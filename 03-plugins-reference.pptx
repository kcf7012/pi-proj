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75A1A"/>
                </a:solidFill>
                <a:latin typeface="Calibri"/>
              </a:rPr>
              <a:t>Plugin 技術參考（完整規格）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2C2C2C"/>
                </a:solidFill>
                <a:latin typeface="Calibri"/>
              </a:rPr>
              <a:t>所有元件、manifest 欄位、CLI 指令、開發工具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6B6B6B"/>
                </a:solidFill>
                <a:latin typeface="Calibri"/>
              </a:rPr>
              <a:t>#03 · 技術參考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990" y="5120640"/>
            <a:ext cx="1828800" cy="73152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本章你會學到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完整技術規格的權威參考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來源：03-plugins-reference.md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007" y="1645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007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7 種 Plugin 元件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Skills / Agents / Hooks / MCP / LSP / Monitors / Themes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487" y="1645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8487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Manifest 完整架構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1367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plugin.json 所有欄位詳解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8967" y="1645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8967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環境變數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847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CLAUDE_PLUGIN_ROOT / DATA / PROJECT_DIR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8007" y="3931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007" y="4114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887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快取與檔案解析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887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Plugin 怎麼被複製與隔離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8487" y="3931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8487" y="4114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367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完整目錄結構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1367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標準 plugin 應該長什麼樣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8967" y="3931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8967" y="4114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🛠️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1847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CLI 完整指令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1847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init / install / uninstall / prune / list / tag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Plugin 元件總覽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7 種元件一次看懂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Plugin 的 7 種元件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Skills / Agents / Hooks / MCP / LSP / Monitors / Themes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Plugin 元件參考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77724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C2C2C"/>
                </a:solidFill>
                <a:latin typeface="Calibri"/>
              </a:rPr>
              <a:t>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45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65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skills/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新增可呼叫的 skill，建立 `/name` 快捷方式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554480"/>
            <a:ext cx="5577840" cy="77724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6459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C2C2C"/>
                </a:solidFill>
                <a:latin typeface="Calibr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1645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1965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agents/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提供專門的 subagent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423160"/>
            <a:ext cx="5577840" cy="77724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5146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C2C2C"/>
                </a:solidFill>
                <a:latin typeface="Calibri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514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Hooks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8346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hooks/hooks.json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事件處理程式，自動回應 Claude Code 事件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2423160"/>
            <a:ext cx="5577840" cy="77724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25146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C2C2C"/>
                </a:solidFill>
                <a:latin typeface="Calibri"/>
              </a:rPr>
              <a:t>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2514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MCP Servers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28346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.mcp.json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22792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連接外部工具和服務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291840"/>
            <a:ext cx="5577840" cy="77724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3832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C2C2C"/>
                </a:solidFill>
                <a:latin typeface="Calibri"/>
              </a:rPr>
              <a:t>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383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LSP Servers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703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.lsp.json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Language Server Protocol，即時程式碼智慧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3912" y="3291840"/>
            <a:ext cx="5577840" cy="77724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33832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C2C2C"/>
                </a:solidFill>
                <a:latin typeface="Calibri"/>
              </a:rPr>
              <a:t>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3383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Monitors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6872" y="3703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monitors/monitors.json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2792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背景 monitor，持續整個工作階段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160520"/>
            <a:ext cx="5577840" cy="77724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2519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C2C2C"/>
                </a:solidFill>
                <a:latin typeface="Calibri"/>
              </a:rPr>
              <a:t>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251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Themes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4572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themes/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4343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顏色主題（實驗性）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626364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💡 布林 frontmatter 欄位（disable-model-invocation 等）接受 yes/no/on/off/1/0（v2.1.218+）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Skills 詳解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Plugin 根目錄的 skills/ 目錄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5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486400" cy="2011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0" cy="20116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skills/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├── pdf-processor/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│   ├── SKILL.md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│   ├── reference.md (optional)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│   └── scripts/ (optional)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└── code-reviewer/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   └── SKILL.md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Skills 是包含 `SKILL.md` 的目錄；commands 是簡單的 markdown 檔案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Skills 和 commands 在安裝 plugin 時**自動發現**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Plugin 根目錄中的單一 `SKILL.md` 會被載入為**單一 skill**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設定 frontmatter `name` 欄位以控制 skill 的叫用名稱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📋 Plugin 安裝範圍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48056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6576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範圍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設定檔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使用案例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3657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`user`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`~/.claude/settings.json`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個人 plugins 跨所有專案（預設）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`project`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`.claude/settings.json`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團隊 plugins 透過版本控制共享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657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`local`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`.claude/settings.local.json`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專案特定 plugins，gitignored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`managed`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Managed settings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受管的 plugins（唯讀）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Agents 詳解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agents/ 目錄中的 subagent 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6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400800" cy="2743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400800" cy="2743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name: agent-name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description: 此 agent 的專長以及 Claude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應何時叫用它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model: sonnet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effort: medium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maxTurns: 20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disallowedTools: Write, Edit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詳細的系統提示，描述 agent 的角色、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專業知識和行為。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55448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支援的 frontmatter：`name`、`description`、`model`、`effort`、`maxTurns`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`tools`、`disallowedTools`、`skills`、`memory`、`background`、`isolation`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唯一有效的 `isolation` 值是 `"worktree"`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Plugin agents 在 @-mention 下拉中以**範圍名稱**出現（`my-plugin:code-reviewer`）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11277295" cy="4572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⚠️ 安全考量：plugin agents **不支援** `hooks`、`mcpServers` 和 `permissionMode`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完整詳細資訊見 05-subagents.md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Hooks 詳解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hooks/hooks.json 或 plugin.json 內聯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7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858000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858000" cy="25603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"hooks":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"PostToolUse": [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"matcher": "Write|Edit",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"hooks": [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 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    "type": "command",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    "command": "\"${CLAUDE_PLUGIN_ROOT}\"/scripts/format-code.sh"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]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]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5 種 Hook 類型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9202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`command`：執行 shell 命令或指令碼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`http`：POST JSON 事件到 URL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`mcp_tool`：呼叫 MCP server 上的工具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`prompt`：用 LLM 評估提示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`agent`：執行 agentic 驗證器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11277295" cy="4572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對 plugin 自己的 bundled MCP server 的 hooks 必須使用**範圍名稱**（`plugin::&lt;server&gt;`）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完整事件表與生命週期見 06-hooks.md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MCP Servers 詳解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.mcp.json 或 plugin.json 內聯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8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MCP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400800" cy="2743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400800" cy="2743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"mcpServers":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"plugin-database":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"command": "${CLAUDE_PLUGIN_ROOT}/servers/db-server",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"args": ["--config", "${CLAUDE_PLUGIN_ROOT}/config.json"],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"env":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"DB_PATH": "${CLAUDE_PLUGIN_ROOT}/data"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},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"plugin-api-client":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"command": "npx",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"args": ["@company/mcp-server", "--plugin-mode"]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🔌 整合行為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9202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啟用 plugin 時 Plugin MCP servers **自動啟動**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Servers 在 Claude 工具組中顯示為標準 MCP 工具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與 Claude 現有工具無縫整合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可獨立於使用者 MCP servers 設定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`/reload-plugins` 中途運行時，**保留配置未變更** servers 的即時連線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MCP 與 LSP server 都有自己合併 hook / 配置的規則，見對應章節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LSP Servers 詳解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Language Server Protocol，即時程式碼智慧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9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LSP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486400" cy="2011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0" cy="20116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 "go": {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   "command": "gopls",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   "args": ["serve"],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   "extensionToLanguage": {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     ".go": "go"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🔍 LSP 整合提供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**即時診斷**：每次編輯後立即看到錯誤和警告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**程式碼導航**：跳轉定義、找參考、懸停資訊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**語言感知**：型別資訊和文件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🛠️ 設定欄位速查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11480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欄位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描述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2743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`command` ✅ 必需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LSP 二進位檔（必須在 PATH 中）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`extensionToLanguage` ✅ 必需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副檔名對應到語言識別碼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2743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`args` / `env`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命令列引數與環境變數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`transport`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stdio（預設）或 socket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2743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`startupTimeout` / `shutdownTimeout`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啟動/關閉逾時（毫秒）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`restartOnCrash` / `maxRestarts`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崩潰後自動重啟（v2.1.205+）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2743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`diagnostics`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是否推診斷到 Claude context（預設 true）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57200" y="6400800"/>
            <a:ext cx="11277295" cy="27432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⚠️ 必須單獨安裝語言伺服器二進位檔；Plugin 只配置連接，不包含伺服器本體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Monitors 詳解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背景 monitor，每行 stdout 變 Claude 通知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10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Monitors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400800" cy="2468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400800" cy="24688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[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"name": "deploy-status",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"command": "\"${CLAUDE_PLUGIN_ROOT}\"/scripts/poll-deploy.sh",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"description": "Deployment status changes"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},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"name": "error-log",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"command": "tail -F ./logs/error.log",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"description": "Application error log",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"when": "on-skill-invoke:debug"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📡 行為說明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92024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Plugin 啟用時自動啟動 monitor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每個 monitor 執行 shell 命令，**持續整個工作階段**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每個 stdout 行傳遞給 Claude 作為通知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僅在**互動式 CLI** 工作階段執行（host 沒 Monitor tool 時跳過）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若要內聯，設 `plugin.json` 的 `experimental.monitors` 為相同陣列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🔧 必需 / 選用欄位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57200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欄位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必需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描述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2743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`name`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plugin 內唯一識別碼（防重複程序）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`command`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session 工作目錄中執行的 shell 命令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2743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`description`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監視內容的摘要（任務面板顯示）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`when`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`always`（預設）或 `on-skill-invoke:&lt;skill&gt;`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57200" y="612648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⚠️ Monitor `command` **無法參考 `${user_config.*}`**（不會接收 CLAUDE_PLUGIN_OPTION_&lt;KEY&gt; 環境變數）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Themes 與 Skills 目錄 Plugins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兩個輕量但實用的特殊形態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11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Themes / Skills 目錄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🎨 Themes（實驗性）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486400" cy="2103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486400" cy="21031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"name": "Dracula",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"base": "dark",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"overrides":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"claude": "#bd93f9",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"error": "#ff5555",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"success": "#50fa7b"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📚 Skills 目錄 Plugins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6655" y="19202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任何 skills 目錄下含 `.claude-plugin/plugin.json` 的資料夾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下一個 session 自動作為 `&lt;name&gt;@skills-dir` 載入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**無需 marketplace** 和**無需安裝步驟**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plugin 是**就地發現**的（不複製到快取）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`~/.claude/skills/`：每個專案（僅自己）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`&lt;project&gt;/.claude/skills/`：專案範圍（受信任後）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29200"/>
            <a:ext cx="11277295" cy="4572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專案範圍的 `@skills-dir` plugins 只從你啟動 Claude Code 的目錄的 `.claude/skills/` 載入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SKILL.md 變更**立即生效**  /  其他元件（hooks/、.mcp.json、agents/）需 `/reload-plugins` 或重啟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想停載 → 刪除資料夾或 `claude plugin disable my-tool@skills-dir`（無 uninstall 步驟）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Plugin Manifest 完整架構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plugin.json 所有欄位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plugin.json 完整架構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Manifest 是**選用**的（但建議提供中繼資料）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13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Plugin manifest 完整架構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7315200" cy="457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7315200" cy="4572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"name": "plugin-name",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"displayName": "Plugin Name",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"version": "1.2.0",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"description": "Brief plugin description",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"author": {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"name": "Author Name",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"email": "author@example.com",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"url": "https://github.com/author"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},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"homepage": "https://docs.example.com/plugin",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"repository": "https://github.com/author/plugin",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"license": "MIT",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"keywords": ["keyword1", "keyword2"],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"skills": "./custom/skills/",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"commands": ["./custom/commands/special.md"],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"agents": ["./custom/agents/reviewer.md"],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"hooks": "./config/hooks.json",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"mcpServers": "./mcp-config.json",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"outputStyles": "./styles/",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"lspServers": "./.lsp.json",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"experimental": {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"themes": "./themes/",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"monitors": "./monitors.json"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},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"dependencies": [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"helper-lib",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{ "name": "secrets-vault", "version": "~2.1.0" }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]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📌 關鍵事實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9202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**`name` 是唯一必需**（kebab-case，無空格）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省略 manifest → 自動探索預設位置，從目錄名衍生名稱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**無法識別的欄位會被忽略**（可用同一 manifest 給 VS Code / Cursor / npm）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`claude plugin validate` 報告為**警告**，不是錯誤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類型錯誤仍會失敗（不是警告就過）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傳 `--strict` 在 CI 將警告視為錯誤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中繼資料欄位速查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10 個中繼資料欄位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14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中繼資料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欄位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類型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說明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`$schema`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JSON Schema URL（編輯器自動完成，載入時忽略）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`displayName`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/plugin 選擇器顯示名稱（可含空格，v2.1.143+）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`version`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語義版本；設定後 plugin 會被固定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`description`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plugin 用途簡短說明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`author`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作者資訊（name、email、url）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`homepage` / `repository`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文件 URL / 原始程式碼 URL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`license`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SPDX 識別碼（MIT、Apache-2.0…）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`keywords`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array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探索標籤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`defaultEnabled`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boolean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未設定時是否啟用（v2.1.154+）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846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💡 defaultEnabled 優先級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`defaultEnabled` 是「其他因素未決定時」的後備  /  **使用者的 `enabledPlugins` 設定優先**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**相依性要求優先**：被另一個啟用 plugin 所需時，Claude Code 會寫入 `true`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適用場景：新增成本或使用者應選擇加入的 plugin（連接外部服務）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元件路徑欄位速查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9 個元件路徑 + 路徑行為規則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15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元件路徑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欄位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取代 / 新增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用途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`skills`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**新增**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skill 目錄（預設 `skills/` 始終掃描）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`commands`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**取代**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平面 `.md` skill 檔案或目錄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`agents`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**取代**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agent 檔案路徑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`hooks`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自有合併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hook 設定路徑或內聯設定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`mcpServers`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自有合併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MCP 設定路徑或內聯設定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`lspServers`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自有合併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LSP 設定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`outputStyles`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**取代**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輸出樣式檔案/目錄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`experimental.themes`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**取代**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色彩主題檔案/目錄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`experimental.monitors`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**取代**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背景 monitor 設定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846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📌 路徑行為規則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所有路徑必須相對於 plugin 根目錄，並以 `./` 開頭  /  可指定多個路徑（陣列）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來自自訂路徑的元件使用相同的命名和命名空間規則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**hooks / MCP / LSP** 有自己的合併規則（見對應元件章節）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使用者設定：userConfig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讓使用者在啟用時輸入值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16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userConfig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400800" cy="2743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400800" cy="2743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"userConfig":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"api_endpoint":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"type": "string",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"title": "API endpoint",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"description": "Your team's API endpoint"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},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"api_token":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"type": "string",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"title": "API token",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"description": "API authentication token",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"sensitive": true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🔧 支援的類型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92024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`string` / `number` / `boolean`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`directory` / `file`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欄位：title、description、default、sensitive、required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string 類型可加 `multiple`（字串陣列）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number 類型可加 `min` / `max`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💡 儲存位置與替換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**非敏感值**：`settings.json` 的 `pluginConfigs` 金鑰下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**敏感值**：macOS Keychain 或 `~/.claude/.credentials.json`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替換：`${user_config.KEY}` 用於 MCP/LSP server 設定與 hook 命令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環境變數：`CLAUDE_PLUGIN_OPTION_&lt;KEY&gt;`（大寫）匯出到 hook 程序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6446520"/>
            <a:ext cx="11277295" cy="27432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⚠️ 在 shell 中執行的 hook `command` **拒絕 `${user_config.*}`**（避免 shell 注入攻擊）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3 個關鍵環境變數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Plugin 路徑與持久資料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17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環境變數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715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變數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解析為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用途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5715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`${CLAUDE_PLUGIN_ROOT}`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plugin 安裝目錄的絕對路徑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與 plugin 捆綁的指令碼、二進位檔、設定檔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`${CLAUDE_PLUGIN_DATA}`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持久目錄（首次參考時建立）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已安裝的依賴（`node_modules`、Python venv）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715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`${CLAUDE_PROJECT_DIR}`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專案根目錄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專案本地指令碼和設定檔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931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📌 替換發生在哪些欄位？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29768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048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Plugin 元件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佔位符解析的欄位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3048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Skill / agent 內容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佔位符出現的任何地方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Hook / monitor 命令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佔位符出現的任何地方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048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MCP `stdio` servers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`command`、`args`、`env`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MCP `http` / `sse` / `ws` servers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`url`、`headers`、`headersHelper`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048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LSP servers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`command`、`args`、`env`、`workspaceFolder`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626364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💡 `${CLAUDE_PLUGIN_DATA}` 解析為 `~/.claude/plugins/data/{id}/`（非 [a-zA-Z0-9_-] 字元替換為 `-`）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快取、目錄結構、CLI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Plugin 怎麼被隔離與管理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Plugin 快取與檔案解析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為什麼 plugin 不會就地使用？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19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Plugin 快取與檔案解析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兩種指定方式：`claude --plugin-dir` / `--plugin-url`（session 期間）vs marketplace（未來 session）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**安全 + 驗證**：marketplace plugins **複製到 `~/.claude/plugins/cache`**，不是就地使用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每個已安裝版本是快取中的單獨目錄，按 marketplace + plugin + 版本分組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更新/卸載時，先前版本目錄**標記為孤立**，**14 天後**背景掃描移除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卸載**最後一個** plugin 後，孤立即保留到下次安裝 plugin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Claude 的 Glob/Grep 工具**跳過孤立目錄**（檔案結果不含過時程式碼）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⚠️ 路徑遍歷限制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**已安裝的 plugins 無法參考其目錄外的檔案**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`../shared-utils` 安裝後將無法運作（外部檔案不會被複製到快取）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🔗 在 Marketplace 內共享檔案（用 symlinks）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**plugin 自身目錄內**：symlink 保留為**相對** symlink  /  **同 marketplace 內其他位置**：取消參考，內容複製到快取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**marketplace 外**：因**安全考量被跳過**  /  用 `ln -s ../../shared-plugin/skills/foo ./skills/foo`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Plugin 完整目錄結構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標準 plugin 應該長什麼樣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20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Plugin 目錄結構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6858000" cy="457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6858000" cy="4572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enterprise-plugin/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├── .claude-plugin/           # Metadata directory (optional)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└── plugin.json             # plugin manifest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├── skills/                   # Skills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├── code-reviewer/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│   └── SKILL.md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└── pdf-processor/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    ├── SKILL.md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    └── scripts/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├── commands/                 # Skills as flat .md files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├── status.md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└── logs.md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├── agents/                   # Subagent definitions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├── security-reviewer.md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├── performance-tester.md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└── compliance-checker.md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├── output-styles/            # Output style definitions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└── terse.md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├── themes/                   # Color theme definitions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└── dracula.json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├── monitors/                 # Background monitor configurations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└── monitors.json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├── hooks/                    # Hook configurations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├── hooks.json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└── security-hooks.json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├── bin/                      # Executables added to PATH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└── my-tool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├── settings.json             # Default settings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├── .mcp.json                 # MCP server definitions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├── .lsp.json                 # LSP server configurations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├── scripts/                  # Hook and utility scripts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├── security-scan.sh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├── format-code.py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│   └── deploy.js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├── LICENSE</a:t>
            </a:r>
          </a:p>
          <a:p>
            <a:pPr algn="l"/>
            <a:r>
              <a:rPr sz="700">
                <a:solidFill>
                  <a:srgbClr val="E6E6E6"/>
                </a:solidFill>
                <a:latin typeface="Consolas"/>
              </a:rPr>
              <a:t>└── CHANGELOG.md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📌 重要結構規則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92024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`.claude-plugin/` **只放** `plugin.json`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其他目錄（commands/、agents/、skills/…）**必須在 plugin 根目錄**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Plugin 根目錄的 `CLAUDE.md` **不會**作為專案內容載入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想提供指示 → **放在 skill 內**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931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📂 檔案位置速查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29768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2C2C2C"/>
                </a:solidFill>
                <a:latin typeface="Calibri"/>
              </a:rPr>
              <a:t>• Manifest: `.claude-plugin/plugin.json`</a:t>
            </a:r>
          </a:p>
          <a:p>
            <a:pPr algn="l"/>
            <a:r>
              <a:rPr sz="1000">
                <a:solidFill>
                  <a:srgbClr val="2C2C2C"/>
                </a:solidFill>
                <a:latin typeface="Calibri"/>
              </a:rPr>
              <a:t>• Skills: `skills/`  /  Commands: `commands/`</a:t>
            </a:r>
          </a:p>
          <a:p>
            <a:pPr algn="l"/>
            <a:r>
              <a:rPr sz="1000">
                <a:solidFill>
                  <a:srgbClr val="2C2C2C"/>
                </a:solidFill>
                <a:latin typeface="Calibri"/>
              </a:rPr>
              <a:t>• Agents: `agents/`  /  Output styles: `output-styles/`</a:t>
            </a:r>
          </a:p>
          <a:p>
            <a:pPr algn="l"/>
            <a:r>
              <a:rPr sz="1000">
                <a:solidFill>
                  <a:srgbClr val="2C2C2C"/>
                </a:solidFill>
                <a:latin typeface="Calibri"/>
              </a:rPr>
              <a:t>• Themes: `themes/`  /  Hooks: `hooks/hooks.json`</a:t>
            </a:r>
          </a:p>
          <a:p>
            <a:pPr algn="l"/>
            <a:r>
              <a:rPr sz="1000">
                <a:solidFill>
                  <a:srgbClr val="2C2C2C"/>
                </a:solidFill>
                <a:latin typeface="Calibri"/>
              </a:rPr>
              <a:t>• MCP: `.mcp.json`  /  LSP: `.lsp.json`</a:t>
            </a:r>
          </a:p>
          <a:p>
            <a:pPr algn="l"/>
            <a:r>
              <a:rPr sz="1000">
                <a:solidFill>
                  <a:srgbClr val="2C2C2C"/>
                </a:solidFill>
                <a:latin typeface="Calibri"/>
              </a:rPr>
              <a:t>• Monitors: `monitors/monitors.json`</a:t>
            </a:r>
          </a:p>
          <a:p>
            <a:pPr algn="l"/>
            <a:r>
              <a:rPr sz="1000">
                <a:solidFill>
                  <a:srgbClr val="2C2C2C"/>
                </a:solidFill>
                <a:latin typeface="Calibri"/>
              </a:rPr>
              <a:t>• Executables: `bin/`  /  Settings: `settings.json`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CLI 完整指令參考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10 個 plugin 管理指令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plugin init — 快速搭建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在 ~/.claude/skills/&lt;name&gt;/ 建立新 plugin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22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plugin init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7315200" cy="4114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7315200" cy="4114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init &lt;name&gt; [options]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選項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--description &lt;desc&gt;          Manifest 描述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--author &lt;name&gt;               作者名稱（預設 git config user.name）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--author-email &lt;email&gt;        作者電子郵件（預設 git config user.email）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--with &lt;components...&gt;        同時搭建元件資料夾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                    （skills/agents/hooks/mcp/lsp/output-style/channel）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-f, --force                   覆寫現有 .claude-plugin/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-h, --help                    顯示說明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別名：new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範例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init my-helper                          # 最小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init my-helper --with skills hooks       # 帶元件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init my-helper --force                  # 覆寫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🔧 --with 元件說明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9202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`skills`：額外的命名空間 `:example` skill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`agents`：`agents/` subagent 定義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`hooks`：`hooks/hooks.json` 範例事件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`mcp`：`.mcp.json` HTTP/stdio 範例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`lsp`：`.lsp.json` 語言伺服器範例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`output-style`：`output-styles/.md`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`channel`：基於 MCP 的 channel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plugin install / uninstall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 marketplace 安裝與移除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23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install / uninstall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  <a:latin typeface="Calibri"/>
              </a:rPr>
              <a:t>📥 install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486400" cy="2468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486400" cy="24688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install &lt;plugin&gt; [options]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別名：add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選項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-s, --scope &lt;scope&gt;         user/project/local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--config &lt;key=value&gt;         設定 userConfig 選項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-y, --yes                   跳過 command source 確認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範例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install formatter@my-marketplace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install formatter@my-marketplace --scope project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install formatter@my-marketplace --scope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📤 uninstall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6655" y="1920240"/>
            <a:ext cx="5486400" cy="2468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6655" y="1920240"/>
            <a:ext cx="5486400" cy="24688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uninstall &lt;plugin&gt; [options]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別名：remove / rm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選項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-s, --scope &lt;scope&gt;         從範圍卸載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--keep-data                 保留 CLAUDE_PLUGIN_DATA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--prune                     移除自動安裝的依賴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-y, --yes                   跳過 --prune 確認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預設行為：從最後範圍卸載時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也刪除 ${CLAUDE_PLUGIN_DATA} 目錄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用 --keep-data 保留它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11277295" cy="4572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卸載最後範圍時，`/plugin` 介面會顯示資料大小並在刪除前提示；CLI 預設刪除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prune / enable / disable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依賤清理與啟停控制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24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prune / enable / disable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1277295" cy="3657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277295" cy="36576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prune：移除自動安裝的孤立相依性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prune [options]    # 別名：autoremove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-s, --scope &lt;scope&gt;           在範圍進行修剪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--dry-run                      列出將被移除的內容而不實際移除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-y, --yes                      跳過確認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enable：啟用已停用的 plugin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enable &lt;plugin&gt; [options]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-s, --scope &lt;scope&gt;           要啟用的範圍（自動偵測）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# 若有 dependencies，會在相同範圍內傳遞啟用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disable：停用 plugin 而不卸載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disable [plugin] [options]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-a, --all                     停用所有已啟用的 plugins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-s, --scope &lt;scope&gt;           要停用的範圍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# 當另一個 plugin depends on 目標時失敗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9496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想在一個步驟中移除 plugin 並清理其依賴：`claude plugin uninstall --prune`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`prune` 列出孤立依賴並在移除前要求確認  /  `--dry-run` 先看會移除什麼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`enable` / `disable` 改變 plugin 狀態，**不**改變已安裝資料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update / list / details / 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更新、檢視、發行標籤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25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update / list / details / tag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6576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指令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用途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重要選項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3657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`plugin update &lt;plugin&gt;`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更新到最新版本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`-s scope`（預設 user）、`-y` 跳過確認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`plugin list`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列出已安裝 plugin 與版本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`--json` 輸出 JSON；`--available` 包含 marketplace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657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`plugin details &lt;name&gt;`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顯示元件清單與 token 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包含 always-on 與 on-invoke 估算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`plugin tag [path]`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建立發行版 git 標籤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`--push`、`--dry-run`、`-f`、`-m message`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474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💡 plugin details 範例輸出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86200"/>
            <a:ext cx="11277295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886200"/>
            <a:ext cx="11277295" cy="25603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dependency-guard 1.2.0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Dependency analysis for Claude Code sessions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Component inventory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Skills (2)  scan-dependencies, review-changes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Agents (0)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Hooks (1)  (harness-only — no model context cost)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MCP servers (0)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LSP servers (0)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Projected token cost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Always-on:   ~180 tok   added to every session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Per-component (rounded)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component            always-on  on-invoke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scan-dependencies        ~100      ~2400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review-changes            ~80      ~1800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偵錯與開發工具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claude --debug 與常見問題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偵錯命令：claude --debug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看到 plugin 載入的詳細資訊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27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偵錯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2000">
                <a:solidFill>
                  <a:srgbClr val="E6E6E6"/>
                </a:solidFill>
                <a:latin typeface="Consolas"/>
              </a:rPr>
              <a:t>claude --debug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📋 會顯示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正在載入哪些 plugins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Plugin manifests 中的任何錯誤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Skill、agent 和 hook 註冊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MCP server 初始化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LSP server 啟動狀態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為什麼某個 LSP server 被跳過（如 `Executable not found`）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💡 想看警告是否實際影響：用 `claude plugin validate ./my-plugin --strict`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詳細 hook 與 MCP 除錯見 06-hooks.md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常見問題與解決方案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7 個最常踩的坑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28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常見問題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8006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問題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原因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解決方案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4800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Plugin 未載入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無效的 plugin.json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`claude plugin validate` 或 `/plugin validate`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Skills 未出現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目錄結構錯誤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skills/ 在 plugin 根目錄，不在 .claude-plugin/ 內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800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Hooks 未觸發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指令碼不可執行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`chmod +x script.sh`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MCP server 失敗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缺少 ${CLAUDE_PLUGIN_ROOT}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對所有 plugin 路徑使用變數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800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路徑錯誤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絕對路徑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改為相對路徑，以 `./` 開頭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LSP Executable not found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語言伺服器未安裝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安裝對應的二進位檔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800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Commands 在 .claude-plugin/ 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目錄結構錯誤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移到 plugin 根目錄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57784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💡 結構正確但仍失敗 → 看 06-hooks.md 的 hook 疑難排解章節（事件名稱、matcher、type 有效性）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範例錯誤訊息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Manifest 驗證 vs Plugin 載入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29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範例錯誤訊息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📋 Manifest 驗證錯誤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11277295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277295" cy="14630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Invalid JSON syntax: Unexpected token } in JSON at position 142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Plugin has an invalid manifest file at .claude-plugin/plugin.json.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Validation errors: name: Required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Plugin has a corrupt manifest file at .claude-plugin/plugin.json.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JSON parse error: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🔌 Plugin 載入錯誤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11277295" cy="1645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11277295" cy="16459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Warning: No commands found in plugin my-plugin custom directory: ./cmds.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Plugin directory not found at path: ./plugins/my-plugin.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Check that the marketplace entry has the correct path.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Plugin my-plugin has conflicting manifests: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both plugin.json and marketplace entry specify components.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7607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💡 「conflicting manifests」→ marketplace 設了 `strict: false` 而 plugin 也有 plugin.json 宣告元件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Hook 疑難排解速查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指令碼未執行 vs 未觸發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30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Hook 疑難排解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🔧 指令碼未執行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檢查指令碼是否可執行：`chmod +x ./scripts/your-script.sh`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驗證 shebang：`#!/bin/bash` 或 `#!/usr/bin/env bash`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路徑使用 `${CLAUDE_PLUGIN_ROOT}`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手動測試：`./scripts/your-script.sh`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6655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🔌 Hook 未觸發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9535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驗證事件名稱（**區分大小寫**）：`PostToolUse`，不是 `postToolUse`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檢查 matcher 模式：`"matcher": "Write|Edit"` 用於檔案操作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確認 hook 類型有效：`command` / `http` / `mcp_tool` / `prompt` / `agent`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🔍 MCP Server 疑難排解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**Server 未啟動**：檢查命令存在且可執行  /  驗證所有路徑使用 `${CLAUDE_PLUGIN_ROOT}` 變數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看 `claude --debug` 輸出  /  **手動測試 server**：在 Claude Code 外執行 `command` 與 `args` 看是否能啟動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完整 hook 生命週期 + 自動回應見 06-hooks.md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目錄結構錯誤：最常見陷阱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Plugin 載入但元件遺失？檢查這裡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31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目錄結構錯誤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  <a:latin typeface="Calibri"/>
              </a:rPr>
              <a:t>✅ 正確結構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486400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486400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my-plugin/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├── .claude-plugin/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│   └── plugin.json   ← Only manifest here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├── commands/         ← At root level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├── agents/           ← At root level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└── hooks/            ← At root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❌ 錯誤結構（症狀：元件遺失）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6655" y="1920240"/>
            <a:ext cx="5486400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6655" y="1920240"/>
            <a:ext cx="5486400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my-plugin/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└── .claude-plugin/   ← 元件不能放在這裡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├── plugin.json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├── commands/     ← 錯誤：應在根目錄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├── agents/       ← 錯誤：應在根目錄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└── hooks/        ← 錯誤：應在根目錄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**症狀**：Plugin 載入但元件（skills、agents、hooks）**遺失**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**唯一例外**：`.claude-plugin/` 內可以放 `plugin.json`（manifest）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**所有其他目錄**必須在 plugin 根目錄  /  把元件從 `.claude-plugin/` 內移到根目錄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💡 Plugin 根目錄的 `CLAUDE.md` 不會作為專案內容載入；想提供指示 → 放在 skill 內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發佈與版本控制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semver 與發行策略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版本管理：4 種解析來源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Claude Code 用版本作為快取金鑰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33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發佈與版本控制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🔍 版本解析優先順序（第一個設定的項目勝出）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1️⃣ Plugin 的 `plugin.json` 中的 `version` 欄位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2️⃣ Plugin 在 `marketplace.json` 中的 marketplace 項目的 `version` 欄位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3️⃣ Plugin 來源的 git commit SHA（git 託管 marketplace）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4️⃣ `unknown`（npm 來源或不在 git repo 內的本機目錄）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📊 兩種版本策略對比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206240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1816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方法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如何操作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更新行為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最適合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5181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**明確版本**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plugin.json 設 `"version": "2.1.0"`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使用者只在 version 變更時收到更新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穩定發行週期的已發佈 plugin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**Commit-SHA 版本**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plugin.json 與 marketplace 項目**省略** `version`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每次新 commit 都是新版本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積極開發中的內部/團隊 plugin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9436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📌 設 version 後每次想讓使用者收到變更都必須提升它；僅推 commit 不夠（會看到相同版本字串）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Semantic Versioning 與 CHANGELOG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明確版本的最佳實踐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34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semver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📐 Semver 三段式：MAJOR.MINOR.PATCH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20240"/>
          <a:ext cx="1127729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段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何時提升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範例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**MAJOR**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破壞性變更（不相容 API 變更）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1.5.2 → 2.0.0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**MINOR**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新功能（向後相容）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1.5.2 → 1.6.0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200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**PATCH**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錯誤修正（向後相容）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1.5.2 → 1.5.3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291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遵循 [semver.org](https://semver.org) 規範  /  在 `CHANGELOG.md` 記錄所有變更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**範例 CHANGELOG.md 結構**：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77639"/>
            <a:ext cx="11277295" cy="2468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11277295" cy="24688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# Changelog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## [2.1.0] - 2026-01-15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### Added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- 新增 code-review skill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### Changed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- 升級 default 模型為 Sonnet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### Fixed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- 修復 race condition in hook execution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## [2.0.0] - 2025-12-01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### BREAKING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- 重新命名 skill: `review` → `code-review`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（使用 `renames` 自動遷移舊名稱）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plugin tag — 發行版標籤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自動化 git tag 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35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plugin tag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858000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858000" cy="32004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tag [path] [options]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選項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--push                      建立標籤後推送到遠端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--dry-run                   列印將被標籤的內容而不建立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-f, --force                 即使工作樹髒污或標籤已存在也建立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-m, --message &lt;msg&gt;         標籤註解訊息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                  使用 %s 作為版本的佔位符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--remote &lt;name&gt;             使用 --push 時推送到的遠端（預設 origin）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範例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tag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tag --push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tag -m "Release %s" --push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tag --dry-run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💡 標籤命名慣例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92024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依賴慣例：`{plugin-name}--v{version}`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範例：`formatter--v2.1.0`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用 `ref` 引用此標籤鎖定版本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🔄 完整發佈流程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1️⃣ 修改 plugin.json 的 `version` + 更新 `CHANGELOG.md`  /  2️⃣ commit 變更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3️⃣ 跑 `claude plugin tag --push`  /  4️⃣ marketplace 偵測到新版本，使用者下次更新時收到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參考速查與重點回顧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整合所有關鍵資訊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7 種元件總結速查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位置 + 用途 + 重要備註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37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7 種元件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0005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元件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預設位置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用途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重要備註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4000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skills/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可呼叫的 skill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frontmatter 布林值用 yes/no/on/off/1/0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Agents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agents/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專門 subagent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**不支援** hooks、mcpServers、permissionMode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000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Hooks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hooks/hooks.json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事件自動回應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5 種 type：command/http/mcp_tool/prompt/agent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MCP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.mcp.json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外部工具整合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Plugin MCP 用 `plugin::&lt;server&gt;` 範圍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000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LSP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.lsp.json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語言伺服器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必須先安裝二進位檔，Plugin 不含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Monitors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monitors/monitors.json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背景通知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**無法**用 ${user_config.*}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000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Themes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themes/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顏色主題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實驗性；按 Ctrl+E 複製到 `~/.claude/themes/`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846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💡 完整 manifest 欄位對照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**9 個元件路徑欄位**：skills / commands / agents / hooks / mcpServers / lspServers / outputStyles / experimental.themes / experimental.monitors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**3 個核心環境變數**：`${CLAUDE_PLUGIN_ROOT}` / `${CLAUDE_PLUGIN_DATA}` / `${CLAUDE_PROJECT_DIR}`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**使用者設定**：`userConfig`（讓使用者啟用時輸入）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CLI 完整指令速查表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10 個 plugin 管理指令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38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CLI 速查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74072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指令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別名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用途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`claude plugin init &lt;name&gt;`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`new`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在 skills/ 搭建新 plugin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`claude plugin install &lt;plugin&gt;`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從 marketplace 安裝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`claude plugin uninstall &lt;plugin&gt;`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`remove`、`rm`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移除已安裝的 plugin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`claude plugin prune`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`autoremove`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移除孤立的自動安裝依賴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`claude plugin enable &lt;plugin&gt;`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啟用已停用的 plugin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`claude plugin disable [plugin]`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停用 plugin（不卸載）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`claude plugin update &lt;plugin&gt;`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更新到最新版本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`claude plugin list`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列出已安裝 plugin（`--json` / `--available`）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`claude plugin details &lt;name&gt;`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顯示元件清單與 token 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8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`claude plugin tag [path]`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建立發行版 git 標籤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7607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💡 還有 `validate`（驗證 JSON）與 `marketplace` 子命令群（add/list/remove/update），見 01-plugin-marketplaces.md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環境變數總結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Plugin 路徑與持久資料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39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環境變數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6096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變數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解析為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用途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注意事項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6096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`${CLAUDE_PLUGIN_ROOT}`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plugin 安裝目錄絕對路徑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指令碼、二進位檔、設定檔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**最常用**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`${CLAUDE_PLUGIN_DATA}`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持久目錄（plugin 更新後保留）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已安裝依賴（node_modules、Python venv）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卸載時**預設刪除**（`--keep-data` 保留）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6096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`${CLAUDE_PROJECT_DIR}`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專案根目錄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專案本地指令碼和設定檔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與 plugin 安裝位置無關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`${user_config.KEY}`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使用者啟用時輸入的值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MCP/LSP 設定、hook 命令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shell 拒絕（防注入）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6096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`CLAUDE_PLUGIN_OPTION_&lt;KEY&gt;`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userConfig 環境變數版本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hook 程序讀取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**不適用** 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39496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💡 `${CLAUDE_PLUGIN_DATA}` 解析為 `~/.claude/plugins/data/{id}/`（非標準字元替換為 `-`）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所有三個變數都會**匯出為環境變數**到 hook 程序與 MCP / LSP server 子程序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Skill 與 agent 內容中的佔位符**也會被解析**（任何出現的地方）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plugin.json 欄位總表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20+ 個欄位的權威參考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40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plugin.json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74072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類別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欄位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說明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**核心**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`name` ✅ 必需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唯一識別碼（kebab-case）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**中繼資料**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`displayName` / `version` / `description`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顯示名稱、版本、簡短說明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**中繼資料**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`author` / `homepage` / `repository` / `license`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作者與授權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**中繼資料**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`keywords` / `defaultEnabled`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探索標籤與預設啟用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**元件路徑**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`skills` / `commands` / `agents`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skill / command / agent 路徑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**元件路徑**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`hooks` / `mcpServers` / `lspServers`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hook / MCP / LSP 設定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**元件路徑**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`outputStyles`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輸出樣式路徑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**實驗性**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`experimental.themes` / `experimental.monitors`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主題與背景 monitor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7407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**進階**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`userConfig`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使用者啟用時輸入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8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**進階**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`dependencies`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依賴其他 plugin（可選 semver）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7607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💡 Claude Code 忽略無法識別的頂層欄位（可保留 VS Code / Cursor / npm 中繼資料）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路徑行為規則速查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取代 vs 新增 vs 自有合併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41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路徑行為規則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27432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🔄 取代預設值（6 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`commands`：預設 `commands/`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`agents`：預設 `agents/`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`outputStyles`：預設 `output-styles/`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`experimental.themes`：預設 `themes/`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`experimental.monitors`：預設 monitors 路徑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若指定路徑 → **完全取代**預設目錄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655" y="1554480"/>
            <a:ext cx="5577840" cy="27432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➕ 新增到預設值（1 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535" y="219456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`skills` 欄位的路徑**新增**到預設 `skills/` 掃描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預設 `skills/` 目錄**始終被掃描**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多個 plugin 共享根目錄 skills → 列特定子目錄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範例：`skills: ["./skills/code-review", "./skills/docs"]`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🔧 自有合併規則（3 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**hooks** / **MCP servers** / **LSP servers**：有自己的合併邏輯（marketplace 補充 vs plugin 內部）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見 03 § Hooks / MCP / LSP 章節的詳細合併規則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85216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所有路徑必須相對於 plugin 根目錄，並以 `./` 開頭；多個路徑可指定為陣列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plugin validate 完整指南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驗證是 CI 整合的關鍵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42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validate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7315200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7315200" cy="21945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基本驗證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validate .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從 Claude Code 內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/plugin validate .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驗證個別 plugin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validate ./plugins/my-plugin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CI 模式：將警告視為錯誤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validate ./my-plugin --strict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🔍 會檢查的項目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9202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marketplace.json 架構錯誤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重複的 plugin 名稱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來源路徑遍歷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每個 plugin 的 plugin.json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項目 version 與 plugin.json 版本一致性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⚠️ 常見錯誤對照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38912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61257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錯誤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原因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261257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`File not found: .claude-plugin/marketplace.json`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缺少 manifest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`Invalid JSON syntax: Unexpected token...`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JSON 語法錯誤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261257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`Duplicate plugin name "x"`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plugin 名稱重複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`plugins[0].source: Path contains ".."`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來源路徑含 `..`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261257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`YAML frontmatter failed to parse`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skill/agent/command frontmatter 無效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8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`Invalid JSON syntax` (hooks.json)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hooks/hooks.json 格式錯誤，**阻止整個 plugin 載入**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57200" y="630936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💡 警告（非阻擋）：Marketplace has no plugins / No marketplace description / Plugin name not kebab-case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發佈完整流程（明確版本）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從開發到使用者收到更新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43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發佈流程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407" y="2286000"/>
            <a:ext cx="1783080" cy="2286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06627" y="2468880"/>
            <a:ext cx="548640" cy="54864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6627" y="24871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847" y="3200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2C2C"/>
                </a:solidFill>
                <a:latin typeface="Calibri"/>
              </a:rPr>
              <a:t>修改程式碼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847" y="3703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新功能、修正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90775" y="3200400"/>
            <a:ext cx="146304" cy="36576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55367" y="2286000"/>
            <a:ext cx="1783080" cy="2286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72587" y="2468880"/>
            <a:ext cx="548640" cy="54864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2587" y="24871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6807" y="3200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2C2C"/>
                </a:solidFill>
                <a:latin typeface="Calibri"/>
              </a:rPr>
              <a:t>更新 plugin.json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6807" y="3703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提升 version + 改 manifest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56735" y="3200400"/>
            <a:ext cx="146304" cy="36576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21327" y="2286000"/>
            <a:ext cx="1783080" cy="2286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8547" y="2468880"/>
            <a:ext cx="548640" cy="54864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8547" y="24871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2767" y="3200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2C2C"/>
                </a:solidFill>
                <a:latin typeface="Calibri"/>
              </a:rPr>
              <a:t>更新 CHANGELOG.md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2767" y="3703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記錄變更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022695" y="3200400"/>
            <a:ext cx="146304" cy="36576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7287" y="2286000"/>
            <a:ext cx="1783080" cy="2286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4507" y="2468880"/>
            <a:ext cx="548640" cy="54864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04507" y="24871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8727" y="3200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2C2C"/>
                </a:solidFill>
                <a:latin typeface="Calibri"/>
              </a:rPr>
              <a:t>commit + push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8727" y="3703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git 推送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988655" y="3200400"/>
            <a:ext cx="146304" cy="36576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53247" y="2286000"/>
            <a:ext cx="1783080" cy="2286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0467" y="2468880"/>
            <a:ext cx="548640" cy="54864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0467" y="24871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4687" y="3200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2C2C"/>
                </a:solidFill>
                <a:latin typeface="Calibri"/>
              </a:rPr>
              <a:t>claude plugin tag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4687" y="3703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建立 + 推送 git 標籤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954615" y="3200400"/>
            <a:ext cx="146304" cy="36576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19207" y="2286000"/>
            <a:ext cx="1783080" cy="2286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36427" y="2468880"/>
            <a:ext cx="548640" cy="54864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36427" y="24871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10647" y="3200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2C2C"/>
                </a:solidFill>
                <a:latin typeface="Calibri"/>
              </a:rPr>
              <a:t>使用者收到更新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0647" y="3703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下次 /reload-plugins 觸發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0292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📌 若用 commit-SHA 版本（省略 version）→ 只需 commit + push，使用者**每次 commit** 收到更新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486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**預先發佈標籤**：用 `1.0.0-rc.1`、`1.0.0-beta.1` 等 semver 預發版格式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**依賴標籤**：依賴其他 plugin 時用 `{plugin-name}--v{version}` 慣例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相關文件與資源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延伸閱讀與官方連結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44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參考資源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**系列內部**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- 02-plugins.md：教學和實際使用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- 01-plugin-marketplaces.md：建立和管理 marketplaces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- 04-skills.md：Skill 開發詳細資訊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- 05-subagents.md：Agent 設定和功能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- 06-hooks.md：事件處理和自動化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**官方文件**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- MCP：外部工具整合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- Settings：Plugins 的設定選項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- Plugin 設定：settings.json 的 pluginConfigs 金鑰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**重要版本**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- 當前適配 Claude Code v2.1.x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7607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本章是技術參考權威；遇到具體問題先查 03，回到對應概念章節看教學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重點回顧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重點整理與下一步行動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來源：03-plugins-reference.md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A1A"/>
                </a:solidFill>
                <a:latin typeface="Calibri"/>
              </a:rPr>
              <a:t>📌 關鍵要點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**7 種元件**：Skills / Agents / Hooks / MCP / LSP / Monitors / Themes（位置 + 用途）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**plugin.json 20+ 欄位**：`name` 必需；中繼資料、元件路徑、userConfig、dependencies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**3 個關鍵環境變數**：`${CLAUDE_PLUGIN_ROOT}` / `${CLAUDE_PLUGIN_DATA}` / `${CLAUDE_PROJECT_DIR}`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**快取機制**：marketplace plugins 複製到 `~/.claude/plugins/cache`，14 天後孤立版本清理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**10 個 CLI 指令**：init / install / uninstall / prune / enable / disable / update / list / details / 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A1A"/>
                </a:solidFill>
                <a:latin typeface="Calibri"/>
              </a:rPr>
              <a:t>🚀 下一步行動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用 `claude plugin init my-helper --with skills hooks` 搭建你的 plugin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用 `claude --debug` 觀察載入過程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進階：試著把元件放在自訂路徑（如 `outputStyles`、`userConfig`）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接著閱讀 `04-skills.md` 深入 skill 開發，或 `06-hooks.md` 學事件驅動！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