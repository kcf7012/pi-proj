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Subagents 自訂指南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C2C2C"/>
                </a:solidFill>
                <a:latin typeface="Calibri"/>
              </a:rPr>
              <a:t>打造專門化的 AI 助手，保護主對話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6B6B"/>
                </a:solidFill>
                <a:latin typeface="Calibri"/>
              </a:rPr>
              <a:t>#05 · Subagents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512064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本章你會學到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從內建 subagent 到自訂專門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來源：05-subagents.md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什麼是 Subagent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獨立 context、專門化的 AI 助手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48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內建 4 種 Subagent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Explore、Plan、general-purpose…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896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896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建立第一個 Subagent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3 步驟：描述 → 檔案 → 叫用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00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00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🎛️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88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完整 frontmatter 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88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tools、model、memory、hooks…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848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848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36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選擇模型與能力控制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36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白名單、黑名單、persistence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896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896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常見模式與陷阱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84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隔離高容量、平行、鏈接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什麼是 Subagent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獨立 context 的專門助手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Subagent 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在獨立 context 視窗中執行的專門助手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什麼是 Subagent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**獨立 context**：在自己的 context 視窗執行，主對話不會被搜尋結果/日誌淹沒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**自訂系統提示**：針對特定領域的專注行為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**特定工具存取**：可限制只能用白名單或排除黑名單工具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**獨立權限**：每個 subagent 都有自己的權限判斷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**自動委派**：Claude 根據 subagent 的 `description` 欄位決定何時使用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✨ Subagents 幫你做到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**保留 context**：將探索和實作保留在主對話之外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**強制約束**：限制 subagent 可以使用哪些工具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**跨專案重用**：使用者層級 subagents 全專案可用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**專門化行為**：特定領域的專注系統提示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**控制成本**：可路由到更快更便宜的模型（如 Haiku）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什麼時候該用 Subagent？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主對話 vs Subagent 的決策依據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什麼是 Subagent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🗨️ 使用主對話的情境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任務需要**頻繁的來回**或迭代改進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多個階段**共享重要 context**（如計劃、實作、測試）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快速、有針對性的更改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**延遲很重要**（非 fork subagent 從頭開始）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需要查閱先前對話內容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🤖 使用 Subagent 的情境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任務**產生你不需要的詳細輸出**（測試、日誌）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想強制執行**特定工具限制或權限**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工作**自包含**且可返回摘要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要保護主對話 context 不被淹沒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想用更便宜模型處理（Haiku）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3093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黃金法則：旁支任務用 subagent，核心對話留給主對話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內建 Subagents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Claude Code 內建的 4 種助手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4 種內建 Subagents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Claude 自動使用，你也可以明確叫用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內建 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🔍 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唯讀搜尋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Model: 從主對話繼承（上限 Opus）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Tools: 唯讀（拒絕 Write/Edit）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**用途**：檔案探索、程式碼搜尋、程式碼庫探索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📋 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48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plan mode 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5146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Model: 從主對話繼承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Tools: 唯讀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**用途**：在 plan mode 中理解程式碼庫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🎯  general-purpose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複雜多步任務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Model: 從主對話繼承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Tools: 全部可用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**用途**：複雜研究、多步驟操作、程式碼修改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93192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🤖  claude（預設）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526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通用助手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892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Model: 從主對話繼承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Tools: 全部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**用途**：任務不適合更專門的代理時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限制與停用內建 Subagent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想關掉某些 subagent 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內建 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**阻擋特定內建類型**：加到 `permissions.deny`（如 `deny: ["Agent(Explore)"]`）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**防止任何委派**：用 `permissions.deny` 拒絕 `Agent` 工具本身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**只停用 Explore/Plan**：設 `CLAUDE_CODE_DISABLE_EXPLORE_PLAN_AGENTS=1`（v2.1.198+）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**完全移除內建類型**（非互動模式 / Agent SDK）：設 `CLAUDE_AGENT_SDK_DISABLE_BUILTIN_AGENTS=1`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💡 其他內建助手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3192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使用時機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`statusline-setup`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執行 `/statusline` 配置狀態列時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`claude-code-guide`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Haiku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詢問 Claude Code 功能問題時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54864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重要例外：Explore 和 Plan 跳過 CLAUDE.md 與 git status（保持研究快速便宜）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建立第一個 Subagent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3 步驟：描述 → 檔案 → 叫用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建立 Subagent 的 3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從描述到使用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快速開始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828800"/>
            <a:ext cx="3474720" cy="29260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9607" y="2103120"/>
            <a:ext cx="731520" cy="73152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9607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2C2C"/>
                </a:solidFill>
                <a:latin typeface="Calibri"/>
              </a:rPr>
              <a:t>向 Claude 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在 Claude Code 描述想要的 subagent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4069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「Create a personal code-improver subagent...」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487" y="1828800"/>
            <a:ext cx="3474720" cy="29260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30087" y="2103120"/>
            <a:ext cx="731520" cy="73152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0087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2C2C"/>
                </a:solidFill>
                <a:latin typeface="Calibri"/>
              </a:rPr>
              <a:t>檢查檔案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Claude 寫入 markdown 檔案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4069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`~/.claude/agents/code-improver.md`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8967" y="1828800"/>
            <a:ext cx="3474720" cy="29260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70567" y="2103120"/>
            <a:ext cx="731520" cy="73152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0567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2C2C"/>
                </a:solidFill>
                <a:latin typeface="Calibri"/>
              </a:rPr>
              <a:t>叫用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重新啟動（或直接使用）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847" y="4069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「Use the code-improver agent...」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範例：code-improver subagent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使用者層級，所有專案可用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快速開始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858000" cy="4114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858000" cy="4114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~/.claude/agents/code-improver.md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name: code-improver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description: Scans files and suggests improvements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for readability, performance, and best practices.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Use after writing or modifying code.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tools: Read, Grep, Glob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model: sonnet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You are a code improvement specialist. For each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issue you find, explain the problem, show the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current code, and provide an improved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📂 檔案位置決定範圍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`~/.claude/agents/` → 所有專案可用（**個人**）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`&lt;project&gt;/.claude/agents/` → 該專案（**團隊**）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**專案 subagents 簽入版本控制**讓團隊協作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Claude Code 監視資料夾，**幾秒內偵測變更**（無需重啟）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💡 重要提示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297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如果 Claude 找不到新 subagent，**重啟 Claude Code** 後再試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（只發生在 `~/.claude/agents/` 在 session 開始前不存在的情況）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配置 Subagent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frontmatter 16 個欄位全解析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5 種 Subagent 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優先級 1（最高）到 5（最低）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配置 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優先級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位置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範圍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如何建立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1（最高）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Managed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組織範圍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透過 managed settings 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`--agents` CLI flag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目前 session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啟動時傳遞 JSON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`.claude/agents/`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目前專案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向 Claude 詢問或手動建立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`~/.claude/agents/`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所有專案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向 Claude 詢問或手動建立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5（最低）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Plugin 的 `agents/`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Plugin 啟用處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隨 plugins 安裝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80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重點補充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Claude Code 會**向上走掃描** `.claude/agents/`，所以可組織成子資料夾（`agents/review/`）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v2.1.178+：巢狀目錄若定義相同 `name` → 使用**最接近工作目錄**的定義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子目錄路徑不影響識別（身份僅來自 `name` frontmatter）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`--agents` flag 接受 JSON 與 `prompt` 欄位（**不是** frontmatter 格式）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Frontmatter 欄位速查表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只有 `name` 和 `description` 必需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frontmatter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5577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415636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必需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說明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`name`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唯一識別碼（kebab-case），hooks 收到此值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`description`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Claude 何時委派給此 subagent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`tools`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可用工具清單（白名單）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`disallowedTools`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拒絕的工具（黑名單）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`model`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sonnet / opus / haiku / inherit，預設 inherit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`permissionMode`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default / acceptEdits / auto / plan…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`maxTurns`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停止前的最大代理輪次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`skills`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啟動時預載入的 skills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1563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`mcpServers`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此 subagent 可用的 MCP 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`hooks`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限定此 subagent 的生命週期 hooks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56655" y="1554480"/>
          <a:ext cx="5577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必需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說明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`memory`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持久記憶範圍：user / project /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`background`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true = 強制背景執行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`effort`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努力級別（low / medium / high）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`isolation`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worktree = 在臨時 worktree 執行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`color`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任務清單中的顯示顏色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`initialPrompt`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作為主 session 代理時的自動首訊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Plugin 限制：plugin subagents **不支援** hooks、mcpServers、permissionMode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選擇模型與控制能力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模型路由 + 工具限制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選擇模型：4 種方式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`model` 欄位控制 subagent 用哪個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選擇模型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寫法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意義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用途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**Model 別名**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`sonnet` / `opus` / `haiku` / `fable`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快速指定模型家族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**完整模型 ID**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`claude-opus-5` / `claude-sonnet-5`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指定特定版本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**inherit**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與主對話相同模型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預設（v2.1.198+ 也繼承擴展思考）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**Omitted**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預設為 inherit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與 inherit 相同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🔍 模型解析優先順序（每次叫用時）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1️⃣ 環境變數 `CLAUDE_CODE_SUBAGENT_MODEL`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2️⃣ 每次叫用的 `model` 參數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3️⃣ Subagent 定義的 `model` frontmatter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4️⃣ 主對話的模型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工具限制：白名單與黑名單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`tools` 與 `disallowedTools` 互補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控制能力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  <a:latin typeface="Calibri"/>
              </a:rPr>
              <a:t>✅ 白名單（tools）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48640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name: safe-researcher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description: Research agent with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restricted capabilities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tools: Read, Grep, Glob, Bash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953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🚫 黑名單（disallowedTools）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535" y="192024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9535" y="1920240"/>
            <a:ext cx="548640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name: no-writes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description: Inherits available tools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except file writes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disallowedTools: Write, Edit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💡 重要規則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兩者都設 → `disallowedTools` **先套用**，再 `tools` 解析剩餘池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`tools` 清單無項目解析為工具 → subagent **通常拒絕啟動**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支援 MCP 模式：`mcp__&lt;server&gt;` 或 `mcp__&lt;server&gt;__*`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`disallowedTools` 還支援 `mcp__*`（從任何 server 移除）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範例：`disallowedTools: mcp__github` → 排除整個 GitHub MCP server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限制可生成的 Subagent 類型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Agent(agent_type) 白名單語法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控制能力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1417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1417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name: coordinator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description: Coordinates work across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specialized agents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tools: Agent(worker, researcher), Read, Bash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**白名單**：只能生成 `worker` 和 `researcher` 兩種 subagent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**無限制**：`tools: Agent`（不加括號）允許生成任何 subagent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**僅限** `claude --agent` 作為主執行緒的代理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🔌 範圍 MCP Servers 到 Subagent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72800" cy="187451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10972800" cy="1874519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name: browser-tester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mcpServers: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- playwright:        # inline 定義，僅限此 subagent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type: stdio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command: npx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args: ["-y", "@playwright/mcp@latest"]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- github             # 按名稱引用，重用已配置的 server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預載入 Skills 與持久記憶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讓 subagent 啟動時就有完整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預載入/memory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📚 預載入 Skills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486400" cy="20116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name: api-developer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description: Implement API endpoints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following team conventions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skills: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- api-conventions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- error-handling-patterns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953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🧠 持久記憶（memory）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535" y="1920240"/>
            <a:ext cx="54864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9535" y="1920240"/>
            <a:ext cx="5486400" cy="20116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name: code-reviewer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description: Reviews code for quality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memory: user   # 跨所有專案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project / local / 不寫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記憶範圍選擇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**`user`**（`~/.claude/agent-memory/&lt;name&gt;/`）：跨所有專案記住學習內容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**`project`**（`.claude/agent-memory/&lt;name&gt;/`）：專案特定，簽入版本控制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**`local`**（`.claude/agent-memory-local/&lt;name&gt;/`）：專案特定，不簽入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啟用時：系統提示包含讀寫指令 + `MEMORY.md` 前 200 行（25KB）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Read/Write/Edit 工具**自動啟用**讓 subagent 管理記憶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條件式規則與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用 PreToolUse 動態控制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條件式規則：唯讀 DB 查詢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用 PreToolUse hook 阻擋 SQL 寫入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條件式規則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name: db-reader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description: Execute read-only database queries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tools: Bash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hooks: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PreToolUse: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- matcher: "Bash"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hooks: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- type: command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command: "./scripts/validate-readonly-query.sh"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📜 驗證腳本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#!/bin/bash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./scripts/validate-readonly-query.sh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INPUT=$(cat)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COMMAND=$(echo "$INPUT" | jq -r '.tool_input.command // empty')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阻擋 SQL 寫入操作（不區分大小寫）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if echo "$COMMAND" | grep -iE '\b(INSERT|UPDATE|DELETE|DROP|CREATE|ALTER|TRUNCATE)\b' &gt; /dev/null; then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echo "Blocked: Only SELECT queries are allowed" &gt;&amp;2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exit 2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fi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exit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309360"/>
            <a:ext cx="11277295" cy="2743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⚠️ macOS/Linux 必須 `chmod +x script.sh`，否則 hook 會失敗（不是阻擋）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使用 Subagents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叫用、平行、深度、context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3 種叫用 Subagent 的方式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從一次性建議到 session 範圍預設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使用 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1️⃣ 自然語言（建議性）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9728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972800" cy="6400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Use the test-runner subagent to fix failing tests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Have the code-reviewer subagent look at my recent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2️⃣ @-mention（保證叫用）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@"code-reviewer (agent)" look at the auth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3️⃣ Session 範圍（整個 session）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14630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命令列啟動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claude --agent code-reviewer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或在 .claude/settings.json 設定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"agent": "code-reviewer"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692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@-mention 控制 Claude 叫用哪個 subagent，不是 subagent 接收什麼 prompt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平行、深度與 Context 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資源限制與隔離策略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平行/深度/context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🔁 並行限制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預設 20 個 subagents 同時運行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超過 → 報錯 `Concurrent subagent limit reached`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用 `CLAUDE_CODE_MAX_CONCURRENT_SUBAGENTS` 調整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ultracode session **豁免**此限制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53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📐 深度限制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9535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預設 subagent 可生成 subagent，**最多 3 層深**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用 `CLAUDE_CODE_MAX_SUBAGENT_SPAWN_DEPTH` 調整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v2.1.219+ 預設 3 層（v2.1.217 為 1）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深度限制時扣留 `Agent` 工具，subagent 自己委派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🪟 Context 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**非 fork subagent** 從**全新隔離 context** 開始，看不到對話歷史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**例外**：`fork` subagent 繼承父對話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載入：system prompt + CLAUDE.md + git status snapshot + preload skills + sibling roster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**永不載入**：output style、auto memory、context window size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**恢復 subagent**：保留完整對話歷史，從停止處繼續（v2.1.191+ 自己停止的 subagent 不會自動恢復）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範例與常見模式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4 個實戰範例 + 3 個核心模式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4 個實戰範例 Subagent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 code reviewer 到 db-reader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範例 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🔍  Code Reviewer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唯讀審查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**tools**: tools: Read, Grep, Glob, Bash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**model**: model: inherit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🐛  Debugger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94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分析與修復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**tools**: tools: Read, Edit, Bash, Grep, Glob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**model**: model: inherit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📊  Data Scientist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SQL/BigQuery 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**tools**: tools: Bash, Read, Write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**model**: model: sonnet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931920"/>
            <a:ext cx="5577840" cy="21945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  <a:latin typeface="Calibri"/>
              </a:rPr>
              <a:t>🗃️  DB Reader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唯讀 SQL 查詢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5029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**tools**: tools: Bash + PreToolUse hook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**model**: model: inherit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3 個常見模式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隔離、平行、鏈接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常見模式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🔇 隔離高容量操作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**最佳用途**：執行測試、抓文件、處理日誌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詳細輸出保留在 subagent context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只有**相關摘要**返回主對話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範例：跑測試套件，只回報失敗的測試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🔗 鏈接 Subagents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**多步驟工作流**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每個 subagent 完成後，Claude 把結果給下一個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範例：reviewer 找問題 → optimizer 修復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適合需要**順序依賴**的工作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⚡ 平行運行研究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629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獨立調查 → 同時運行多個 subagent → Claude 綜合發現。研究路徑不互相依賴時效果最好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Subagent 輸出掃描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Claude Code 自動防禦 prompt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輸出掃描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**掃描時機**：每個 subagent 最終報告被 Claude 讀取**之前**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**為什麼**：subagent 可能讀取你未審查的檔案/網頁/命令輸出，文字可能帶有對主對話的指令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**兩種變更**：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  - **反斜線插入**：模仿 Claude Code 自己的輸出（如 `&lt;tool_use&gt;`、`Human:`、`Assistant:`）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  - **Marker line**：報告提到權限設定（`bypassPermissions` 等）時在前面加上一行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**保證**：掃描**永不刪除或重新措辭**任何內容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⚠️ 掃描需要 Claude Code v2.1.210+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💡 完整 subagent 生命週期看 06-hooks.md（事件觸發 + 自動回應）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疑難排解速查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常見問題與解決方案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 § 速查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22514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問題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可能原因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解決方案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2251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Subagent 沒被叫用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description 不夠清楚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加入「use proactively」等詞，並明確何時使用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新 subagent 找不到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session 在建立資料夾前已啟動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重啟 Claude Code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2251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工具限制沒生效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tools/disallowedTools 衝突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先套用 disallowedTools，再讓 tools 解析剩餘池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MCP server 沒連接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沒在 subagent 內 inline 定義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在 `mcpServers` 欄位 inline 定義，僅此 subagent 可用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2251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Preload skills 沒生效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設了 disable-model-invocation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移除該標記（預載入從同組 skills 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記憶目錄沒內容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auto memory 全域關閉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啟用 auto memory 或不使用 memory 欄位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3949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詳細除錯：`claude --debug` 顯示 plugin 載入與 subagent 註冊詳細資訊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重點整理與下一步行動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來源：05-subagents.md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📌 關鍵要點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**Subagent** = 獨立 context 的專門助手，保護主對話 context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**5 種範圍**：managed → CLI flag → 專案 → 使用者 → plugin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**frontmatter** 16 個欄位，最常用：name、description、tools、model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**白名單 vs 黑名單**：`disallowedTools` 先套用，再讓 `tools` 解析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**常見模式**：隔離高容量、平行研究、鏈接 subagents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🚀 下一步行動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從內建 `Explore` 開始體驗 subagent 的威力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建立你的第一個自訂 subagent（個人層級 `~/.claude/agents/`）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用 `memory: user` 讓它跨專案累積知識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接著閱讀 `06-hooks.md` 學習事件驅動自動化！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