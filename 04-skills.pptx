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75A1A"/>
                </a:solidFill>
                <a:latin typeface="Calibri"/>
              </a:rPr>
              <a:t>Skills 完整指南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2C2C2C"/>
                </a:solidFill>
                <a:latin typeface="Calibri"/>
              </a:rPr>
              <a:t>可重複使用的指令、知識、工作流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B6B6B"/>
                </a:solidFill>
                <a:latin typeface="Calibri"/>
              </a:rPr>
              <a:t>#04 · Skills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0990" y="5120640"/>
            <a:ext cx="1828800" cy="73152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本章你會學到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從基礎到進階的完整 Skills 知識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來源：04-skills.md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0672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672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680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Skill 是什麼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60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理解兩種角色：參考型 vs 任務型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424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424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432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建立第一個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712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5 分鐘可完成的完整流程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4176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176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Skill 範圍管理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64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企業/個人/專案/Plugin 的優先級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0672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0672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4680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Frontmatter 完整語法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960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所有可用欄位與用途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24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424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432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字串替換與引數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712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$ARGUMENTS、$name、動態變數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4176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4176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184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動態上下文注入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464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!`command` 預處理技巧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0672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0672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4680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控制叫用權限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960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user-invocable / disable-model-invocation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2424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2424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⚙️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432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Subagent 整合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712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context: fork、agent 欄位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176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176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C2C2C"/>
                </a:solidFill>
                <a:latin typeface="Calibri"/>
              </a:rPr>
              <a:t>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184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評估與改進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464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skill-creator 與基準比較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Skill 基礎概念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理解 skill 是什麼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什麼是 Skill？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一個 SKILL.md 檔案改變 Claude 的行為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什麼是 Skill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📚 Skill 是一個資料夾，包含 SKILL.md 和支援檔案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286000"/>
            <a:ext cx="8534095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8534095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skills/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└── summarize-changes/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├── SKILL.md          ← 必需：YAML frontmatter + 說明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├── reference.md       ← 選用：詳細參考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└── scripts/           ← 選用：可執行腳本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└── helper.py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577840" cy="210312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Skill 的好處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可重用：寫一次，到處用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知識庫：Claude 隨時可參考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SOP 標準化：團隊流程統一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可分享：透過 plugin 發布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低 context 成本：按需載入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6655" y="4297680"/>
            <a:ext cx="5577840" cy="210312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6655" y="42976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6655" y="42976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🆚 與 CLAUDE.md 差異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535" y="49377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CLAUDE.md：每次 session 自動載入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Skill：手動觸發或按需載入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CLAUDE.md：放「always do X」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Skill：放「有時需要的知識」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建議：CLAUDE.md &lt; 200 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Skill 的兩種角色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參考型 vs 任務型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Skill 類型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486400" cy="4572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0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📖  參考型（Reference）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新增 Claude 應用於工作的知識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API 慣例、命名規範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風格指南、領域知識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Claude 在整個 session 內聯使用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通常不設 disable-model-invocation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description 描述「何時使用」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75A1A"/>
                </a:solidFill>
                <a:latin typeface="Calibri"/>
              </a:rPr>
              <a:t>範例：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97680"/>
            <a:ext cx="512064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512064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name: api-conventions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description: API design patterns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When writing API endpoints: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 Use RESTful naming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 Return consistent error formats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 Include request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54480"/>
            <a:ext cx="5486400" cy="4572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5486400" cy="5486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⚡  任務型（Action）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94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為 Claude 提供特定動作的逐步說明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56032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部署、提交、程式碼生成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用 /skill-name 直接叫用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通常設 disable-model-invocation: true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防止 Claude 自動觸發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只有你想執行時才跑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23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75A1A"/>
                </a:solidFill>
                <a:latin typeface="Calibri"/>
              </a:rPr>
              <a:t>範例：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297680"/>
            <a:ext cx="512064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297680"/>
            <a:ext cx="512064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name: deploy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description: Deploy to production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disable-model-invocation: true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context: fork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Deploy $ARGUMENTS to production: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1. Run the test suite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2. Build the application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3. Push to deployment target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快速開始：建立你的第一個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總共 3 步，5 分鐘完成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快速開始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" y="1554480"/>
            <a:ext cx="3474720" cy="27432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6767" y="1371600"/>
            <a:ext cx="640080" cy="64008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6767" y="1371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" y="21031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2C2C"/>
                </a:solidFill>
                <a:latin typeface="Calibri"/>
              </a:rPr>
              <a:t>建立目錄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個人 skill 在 ~/.claude/skills/ 下，所有專案可用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327" y="3108960"/>
            <a:ext cx="310896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327" y="3108960"/>
            <a:ext cx="3108960" cy="10972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mkdir -p ~/.claude/skills/summarize-changes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29887" y="27889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58487" y="1554480"/>
            <a:ext cx="3474720" cy="27432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5807" y="1371600"/>
            <a:ext cx="640080" cy="64008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75807" y="1371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8487" y="21031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2C2C"/>
                </a:solidFill>
                <a:latin typeface="Calibri"/>
              </a:rPr>
              <a:t>建立 SKILL.md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367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YAML frontmatter + Markdown 內容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41367" y="3108960"/>
            <a:ext cx="310896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1367" y="3108960"/>
            <a:ext cx="3108960" cy="10972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見右側程式碼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78927" y="27889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07527" y="1554480"/>
            <a:ext cx="3474720" cy="27432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524847" y="1371600"/>
            <a:ext cx="640080" cy="64008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24847" y="1371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7527" y="21031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2C2C"/>
                </a:solidFill>
                <a:latin typeface="Calibri"/>
              </a:rPr>
              <a:t>測試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0407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用 git diff HEAD 預處理即時資料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90407" y="3108960"/>
            <a:ext cx="310896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0407" y="3108960"/>
            <a:ext cx="3108960" cy="10972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/summarize-changes 或讓 Claude 自動觸發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完整 SKILL.md 範例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11277295" cy="11887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937760"/>
            <a:ext cx="11277295" cy="11887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description: Summarizes uncommitted changes and flags anything risky. Use when the user asks what changed.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## Current changes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!`git diff HEAD`           ← 預處理：執行命令並替換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## Instructions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Summarize the changes above in 2-3 bullets, then list risks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such as missing error handling or hardcoded values.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✅  完成！/summarize-changes 即可用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Skill 位置與範圍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4 個層級與優先級規則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Skill 的 4 個位置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決定 skill 誰能用、優先順序如何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Skill 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847" y="1554480"/>
            <a:ext cx="2651760" cy="27432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0847" y="1737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🏢 企業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21945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優先級 #1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3727" y="2560320"/>
            <a:ext cx="2286000" cy="548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727" y="2560320"/>
            <a:ext cx="228600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受管設定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727" y="32918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組織內所有使用者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06927" y="1554480"/>
            <a:ext cx="2651760" cy="27432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6927" y="1737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👤 個人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6927" y="21945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優先級 #2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89807" y="2560320"/>
            <a:ext cx="2286000" cy="548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9807" y="2560320"/>
            <a:ext cx="228600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~/.claude/skills/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9807" y="32918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你的所有專案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1554480"/>
            <a:ext cx="2651760" cy="27432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3007" y="1737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Calibri"/>
              </a:rPr>
              <a:t>📁 專案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3007" y="21945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優先級 #3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15887" y="2560320"/>
            <a:ext cx="2286000" cy="548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5887" y="2560320"/>
            <a:ext cx="228600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.claude/skills/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32918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僅此專案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9087" y="1554480"/>
            <a:ext cx="2651760" cy="27432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9087" y="1737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📦 外掛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9087" y="21945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優先級 #4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41967" y="2560320"/>
            <a:ext cx="2286000" cy="548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1967" y="2560320"/>
            <a:ext cx="228600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plugin/skills/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32918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啟用 plugin 的位置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5720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📌  優先級規則：企業 &gt; 個人 &gt; 專案。同名時，較高優先級的 skill 勝出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Plugin skills 用 plugin-name:skill-name 命名空間，永不與其他層級衝突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巢狀目錄：子目錄中的 .claude/skills/ 也會載入（用相對路徑限定）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即時變更偵測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改完即生效，無需重啟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即時變更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⚡ Claude Code 會監視 skill 目錄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自動生效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~/.claude/skills/ 內的變更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專案 .claude/skills/ 內的變更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--add-dir 目錄的 .claude/skills/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新增、編輯、移除 skill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⚠️ 需重啟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建立全新的頂級 skills 目錄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Plugin 元件：hooks、.mcp.json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agents、output-styles 變更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（需 /reload-plugins）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即時變更偵測僅涵蓋 SKILL.md 文字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0350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🔄  想即時生效 plugin 元件：/reload-plugins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Frontmatter 完整語法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所有可用欄位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Frontmatter 完整欄位（上）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基礎設定與可見性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Frontmatter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87828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必需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描述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587828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顯示名稱（預設為目錄名）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✅ 建議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功能與何時使用。Claude 用此決定自動觸發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87828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when_to_use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額外觸發上下文，附加到 description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argument-hint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自動完成提示，例如 [issue-number]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87828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disable-model-invocation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true = 防止 Claude 自動載入（任務型用）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user-invocable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false = 從 / 功能表隱藏（背景知識用）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8521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📌  description 是最重要的欄位！決定 Claude 是否自動觸發。1,536 字元上限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Frontmatter 完整欄位（下）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進階控制選項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Frontmatter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38912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描述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allowed-tools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skill 啟用時免批准的工具（Bash(git *)）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disallowed-tools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skill 啟用時移除的工具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覆蓋模型（sonnet/opus/haiku/inherit）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effort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覆蓋努力級別（low/medium/high/xhigh/max）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fork = 在 subagent 中執行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context: fork 時使用的 subagent 類型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限定 skill 生命週期的 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paths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Glob 模式限制自動載入時機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38912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shell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bash 或 powershell（用於 !`command`）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💡  建議：先用最少欄位（description），需要時再加 disable-model-invocation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Frontmatter 實戰範例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不同用途的 frontmatter 寫法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Frontmatter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30352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標準 reference skill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5303520" cy="1737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5303520" cy="1737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description: 撰寫 API 端點的慣例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API Conventions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 Use RESTful naming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 Return consistent errors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54480"/>
            <a:ext cx="5303520" cy="3657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⚡ 任務型 skill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011680"/>
            <a:ext cx="5303520" cy="1737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011680"/>
            <a:ext cx="5303520" cy="1737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description: 部署到 production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disable-model-invocation: true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Deploy $ARGUMENTS to production: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1. Run tests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2. Build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3. Push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5303520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023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🔧 帶引數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303520" cy="1737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03520" cy="1737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description: 修復 GitHub issue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argument-hint: [issue-number]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arguments: [issue]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Fix issue $issue following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our coding standards.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4023360"/>
            <a:ext cx="530352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023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🤖 在 subagent 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480560"/>
            <a:ext cx="5303520" cy="1737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4480560"/>
            <a:ext cx="5303520" cy="1737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description: 深度研究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context: fork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agent: Explore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Research $ARGUMENTS thoroughly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and summarize findings.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字串替換與動態內容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$ARGUMENTS 與 !`command`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可用的字串替換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動態內容的 8 個變數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15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字串替換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1435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變數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描述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5143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$ARGUMENTS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叫用時的所有引數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$ARGUMENTS[N] / $N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0-based 索引的第 N 個引數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143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$name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frontmatter arguments 清單宣告的具名引數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${CLAUDE_SESSION_ID}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目前 session ID（用於記錄）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143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${CLAUDE_EFFORT}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目前努力級別（low/medium/high/xhigh/max）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${CLAUDE_SKILL_DIR}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的 SKILL.md 所在目錄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143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${CLAUDE_PROJECT_DIR}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專案根目錄（與 hooks 相同）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760720"/>
            <a:ext cx="11277295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77295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name: session-logger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description: Log activity for this session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Log to logs/${CLAUDE_SESSION_ID}.log: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$ARGUMENTS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92240"/>
            <a:ext cx="11277295" cy="27432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💡  轉義：$1.00 用 \$1.00。雙引號包多字引數：/my-skill "hello world" second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傳遞引數給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基本、索引、具名三種方式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引數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❶ 基本：$ARGUMENTS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5486400" cy="14630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5486400" cy="14630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Fix GitHub issue $ARGUMENTS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following our standards.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→ /fix-issue 123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"Fix GitHub issue 123..."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❷ 索引：$ARGUMENTS[N] / $N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5486400" cy="14630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5486400" cy="14630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Migrate $0 from $1 to $2.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→ /migrate SearchBar React Vue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$0=SearchBar, $1=React, $2=Vue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095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❸ 具名：$name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095" y="1920240"/>
            <a:ext cx="5486400" cy="14630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095" y="1920240"/>
            <a:ext cx="5486400" cy="14630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arguments: [issue, branch]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Review PR for issue $issue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on branch $branch.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→ /review-pr 421 main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$issue=421, $branch=main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095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💡 堆疊多個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8095" y="3840480"/>
            <a:ext cx="5486400" cy="14630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095" y="3840480"/>
            <a:ext cx="5486400" cy="14630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/code-review /fix-issue 123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載入兩個 skills，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123 作為 $ARGUMENTS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傳遞給每個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動態上下文注入：!`command`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執行 shell 命令，結果替換佔位符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動態上下文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⚡ 預處理機制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  <a:latin typeface="Calibri"/>
              </a:rPr>
              <a:t>Claude Code 在看到 skill 內容之前執行 !`command`，輸出替換佔位符。Claude 永遠只看到最終結果。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❶ 內聯單行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08960"/>
            <a:ext cx="5486400" cy="2011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108960"/>
            <a:ext cx="5486400" cy="20116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## Pull request context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 PR diff: !`gh pr diff`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 Comments: !`gh pr view --comments`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 Changed files: !`gh pr diff --name-only`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→ gh CLI 執行，結果插入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095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❷ 多行圍欄區塊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8095" y="3108960"/>
            <a:ext cx="5486400" cy="2011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095" y="3108960"/>
            <a:ext cx="5486400" cy="20116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## Environment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```!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node --version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npm --version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git status --short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```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→ 多行命令用 ```! 開啟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C2626"/>
                </a:solidFill>
                <a:latin typeface="Calibri"/>
              </a:rPr>
              <a:t>⚠️ 限制：替換對原始檔案執行一次，命令輸出不會被重新掃描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⚠️ ! 必須在行首或緊接在空白後（KEY=!`cmd` 不會執行）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🔒  用 disableSkillShellExecution: true 停用 shell 執行（受管設定用）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支援檔案與目錄結構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建立可維護的 skill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新增支援檔案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用輔助檔案保持 SKILL.md 簡潔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支援檔案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my-skill/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├── SKILL.md           ← 必需 - 概覽與導航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├── reference.md       ← 詳細 API 文件（必要時載入）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├── examples.md        ← 使用範例（必要時載入）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└── scripts/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└── validate.sh    ← 工具腳本（執行而非載入）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💡 設計原則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9202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SKILL.md 保持在 500 行以下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詳細資料移至 reference.md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範例移至 examples.md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腳本放 scripts/ 供 Claude 執行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從 SKILL.md 明確參考支援檔案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72000"/>
            <a:ext cx="11277295" cy="914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1277295" cy="914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## Additional resources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 For complete API details, see [reference.md](reference.md)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 For usage examples, see [examples.md](examples.md)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7607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💰  每多一行都會增加 token 成本，支援檔案只在需要時載入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控制誰能叫用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user-invocable 與 disable-model-invocation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控制誰能叫用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user-invocable 與 disable-model-invocation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控制叫用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64008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Frontmatter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你可叫用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Claude 可叫用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何時載入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64008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（預設）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描述始終在 context；叫用時載入完整內容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disable-model-invocation: true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描述不在 context；你叫用時才載入完整內容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64008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user-invocable: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描述始終在 context；叫用時載入完整內容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97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📖 參考型 vs ⚡ 任務型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663440"/>
            <a:ext cx="5577840" cy="15544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參考型（知識）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（無特殊設定）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Claude 在需要時自動載入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user-invocable: false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  → /legacy-context 對使用者無意義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655" y="4663440"/>
            <a:ext cx="5577840" cy="15544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466344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6655" y="46634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任務型（動作）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9535" y="53035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disable-model-invocation: true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Claude 永遠不會自動跑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只有你 /deploy 才會執行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避免「程式碼看起來 OK 就部署」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隱藏與覆寫 Skill 可見性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skillOverrides 與 /permissions 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skillOverrides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從設定覆寫可見性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54864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54864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"skillOverrides": 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"legacy-context": "name-only",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"deploy": "off"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四種狀態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"on" — 名稱 + 描述都給 Claude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"name-only" — 只給名稱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"user-invocable-only" — 給你但藏 Claude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"off" — 完全隱藏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095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限制 Claude 叫用哪些 skills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8095" y="1920240"/>
            <a:ext cx="54864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095" y="1920240"/>
            <a:ext cx="54864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在 /permissions deny 規則：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Skill(deploy *)        # 拒絕特定 skill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Skill                 # 拒絕所有 skills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允許特定 skills：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Skill(commit)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Skill(review-pr *)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⚠️  Plugin skills 不受 skillOverrides 影響，請用 /plugin 管理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進階功能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工具權限、Subagent、視覺輸出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為 Skill 預先批准工具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allowed-tools 的使用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預先批准工具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1277295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1277295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name: commit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description: Stage and commit current changes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disable-model-invocation: true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allowed-tools: Bash(git add *) Bash(git commit *) Bash(git status *)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# 自動批准 git 命令，無需每次都按確認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🔧 allowed-tools vs disallowed-tools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02336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allowed-tools（白名單）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列出 skill 可用的工具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Bash(git add *)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Bash(gh pr create *)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Read、Grep、Glob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會覆蓋 session 的工具設定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6655" y="402336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6655" y="402336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6655" y="40233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disallowed-tools（黑名單）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535" y="46634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從可用池中移除工具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AskUserQuestion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WebSearch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Write、Edit（限制寫入）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限制在下次訊息後清除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0350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🔒  專案簽入的 skills 中，allowed-tools 需在信任工作區後才生效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在 Subagent 中執行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context: fork 隔離執行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Subagent 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1277295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1277295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name: deep-research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description: Research a topic thoroughly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context: fork          ← 在 subagent 中執行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agent: Explore        ← 使用 Explore subagent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Research $ARGUMENTS thoroughly: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1. Find relevant files using Glob and Grep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2. Read and analyze the code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3. Summarize findings with specific file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🔄 Skills 與 Subagents 雙向整合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4805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4864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方向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系統提示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任務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也載入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Skill 帶 context: fork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來自 agent 類型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SKILL.md 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CLAUDE.md（除非是 Explore/Plan）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Subagent 帶 skills 欄位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Subagent 的 markdown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Claude 的委派訊息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預載入的 skills + CLAUDE.md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💡  context: fork 僅對「有明確任務」的 skill 有意義；純知識的 skill 會浪費 subagent 呼叫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視覺輸出：生成互動式 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skills 可以執行腳本並輸出視覺化結果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視覺輸出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name: codebase-visualizer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description: Generate interactive tree visualization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allowed-tools: Bash(python3 *)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Codebase Visualizer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Generate an interactive HTML tree view of your project structure.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## Usage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```bash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python3 ${CLAUDE_SKILL_DIR}/scripts/visualize.py .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```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Creates codebase-map.html and opens in browser.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📊 視覺化的應用場景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9202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📂 程式碼結構視覺化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📈 相依性圖表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🧪 測試涵蓋率報告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📋 API 文件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🗄️ 資料庫架構圖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5720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📁  腳本用 ${CLAUDE_SKILL_DIR} 引用支援檔案，無論安裝在哪都正確解析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完整範例：04-skills.md § 視覺輸出範例（含 250 行 Python 程式碼）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692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🎨  skill 可以生成任何格式：HTML、SVG、PDF、Markdown 報告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技能生命週期與評估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如何知道 skill 有效？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Skill 內容生命週期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載入後會一直在 context 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內容生命週期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📌 一旦載入，內容保持整個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叫用 skill → 內容作為單一訊息進入對話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整個 session 保持有效（不重新讀取檔案）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重複叫用相同內容 → 簡短註記「已載入」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重複叫用不同內容（不同引數）→ 附加新副本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Auto-compact 保留每個 skill 前 5,000 tokens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所有 skill 共享 25,000 tokens 預算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compaction 後重新叫用可恢復完整內容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6692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💰  建議：保持 skill 簡潔，每行都是重複的 token 成本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評估與改進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用 skill-creator 量化效果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評估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🎯 觸發 ≠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C2C2C"/>
                </a:solidFill>
                <a:latin typeface="Calibri"/>
              </a:rPr>
              <a:t>看到 skill 觸發告訴你 Claude 找到了它，不是它做了你想要的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用 skill-creator 量化評估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11277295" cy="11887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11277295" cy="11887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/plugin install skill-creator@claude-plugins-official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/reload-plugins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evaluate my summarize-changes skill with skill-creator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skill-creator 提供的功能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46320"/>
            <a:ext cx="5577840" cy="146304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84632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46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📊 量化指標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測試案例（evals/evals.json）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隔離執行（每個 subagent）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通過率 / 時間 / tokens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版本 A/B 盲測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HTML 報告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6655" y="4846320"/>
            <a:ext cx="5577840" cy="146304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6655" y="484632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6655" y="4846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🔍 描述調整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9535" y="54864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生成應觸發/不應觸發的提示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測試命中率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建議描述編輯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改進 description 提升匹配度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4 個最常見的 skill 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疑難排解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657600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🔇 Skill 未觸發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554480"/>
            <a:ext cx="761969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45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2C2C"/>
                </a:solidFill>
                <a:latin typeface="Calibri"/>
              </a:rPr>
              <a:t>原因：描述模糊、缺少關鍵字、YAML 格式錯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57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解法：加關鍵字 / 修 YAML / /debug 看錯誤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3657600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5176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🔊 Skill 觸發過於頻繁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2651760"/>
            <a:ext cx="761969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743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2C2C"/>
                </a:solidFill>
                <a:latin typeface="Calibri"/>
              </a:rPr>
              <a:t>原因：描述太寬泛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54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解法：更具體 / 加 disable-model-invocation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40"/>
            <a:ext cx="3657600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490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✂️ 描述被截斷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749040"/>
            <a:ext cx="761969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840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2C2C"/>
                </a:solidFill>
                <a:latin typeface="Calibri"/>
              </a:rPr>
              <a:t>原因：太多 skills 擠壓清單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解法：提高 skillListingBudgetFraction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3657600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🛑 Skill 載入後無效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846320"/>
            <a:ext cx="7619695" cy="91440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4937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2C2C"/>
                </a:solidFill>
                <a:latin typeface="Calibri"/>
              </a:rPr>
              <a:t>原因：compaction 後內容被丟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解法：compaction 後重新叫用恢復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350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🔍  /debug 啟用 debug 日誌，可看到 skill 載入的所有錯誤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分享 Skills 給其他人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3 種分享範圍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📢 分享的 3 種方式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007" y="2194560"/>
            <a:ext cx="3474720" cy="27432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007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B82F6"/>
                </a:solidFill>
                <a:latin typeface="Calibri"/>
              </a:rPr>
              <a:t>📁 專案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31089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將 .claude/skills/ 提交到版本控制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327" y="4114800"/>
            <a:ext cx="292608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327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適用：團隊協作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487" y="2194560"/>
            <a:ext cx="3474720" cy="27432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8487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6A34A"/>
                </a:solidFill>
                <a:latin typeface="Calibri"/>
              </a:rPr>
              <a:t>📦 Plugin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31089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在 plugin 中建立 skills/ 目錄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2807" y="4114800"/>
            <a:ext cx="292608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2807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適用：跨專案重用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8967" y="2194560"/>
            <a:ext cx="3474720" cy="27432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8967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🏢 受管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3287" y="31089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透過受管設定部署組織範圍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73287" y="4114800"/>
            <a:ext cx="292608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3287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適用：企業級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3035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💡  Plugin 是最靈活的方式：可包含 skills + agents + hooks + MCP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常用 Frontmatter 模式速查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複製貼上就能用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速查表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486400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標準 reference skill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54480"/>
            <a:ext cx="5486400" cy="320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任務型 skill（防自動觸發）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874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description + disable-model-invocation: true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97480"/>
            <a:ext cx="5486400" cy="3200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使用者專用任務 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63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description + disable-model-invocation: true + argument-hint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697480"/>
            <a:ext cx="5486400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2697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預先批准工具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017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063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allowed-tools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40480"/>
            <a:ext cx="548640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840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背景知識（Claude 專用）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160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06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user-invocable: false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3840480"/>
            <a:ext cx="5486400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840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帶引數的 skill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160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206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arguments: [name] + $name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83480"/>
            <a:ext cx="5486400" cy="320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983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在 subagent 中執行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03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49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context: fork + agent: Explore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4983480"/>
            <a:ext cx="5486400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983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限制自動觸發的時機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5303520"/>
            <a:ext cx="5486400" cy="73152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53492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paths: ["*.ts"]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Skills vs 其他元件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選擇正確的工具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33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334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元件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載入時機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上下文影響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最佳用途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5334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CLAUDE.md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Session 開始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每個請求都消耗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「永遠要做的規則」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Skill（參考型）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需要時自動載入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描述始終在 context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API 慣例、模式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334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Skill（任務型）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/name 觸發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叫用時才載入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deploy、commit、review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Subagent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委派時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獨立 context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需要隔離的研究任務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334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事件觸發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零消耗（除非回傳）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lint 自動跑、阻擋命令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Skills + Subagents 組合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035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Subagent 預載入 skills：把專業知識塞進 subagent 啟動時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Skill 啟動 subagent：context: fork 讓 skill 跑在 subagent 中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兩種方向互補，視場景選擇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實戰：30 分鐘建立你的第一個實用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git-commit-helper 完整教學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來源：綜合實戰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🎯 目標：自動產生符合團隊風格的 commit 訊息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1：建立目錄與 SKILL.md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0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5486400" cy="457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$ mkdir -p ~/.claude/skills/git-commit-helper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2：撰寫 SKILL.md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77295" cy="2377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11277295" cy="23774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name: git-commit-helper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description: 產生 conventional commit 風格的訊息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disable-model-invocation: true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allowed-tools: Bash(git *)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## Current status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!`git status --short`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!`git diff --staged --stat`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## Recent commits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!`git log --oneline -5`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## Instructions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Generate a commit message following Conventional Commits: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&lt;type&gt;(&lt;scope&gt;): &lt;subject&gt;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Types: feat, fix, docs, refactor, test, chore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Subject: imperative mood, lowercase, no period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Body: explain what and why, not 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3：使用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/git-commit-helper   ← 自動產生訊息，按確認即可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實戰：建立團隊多 Skill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把常用 skills 打包成 plugin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來源：綜合實戰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6400800" cy="4572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6400800" cy="4572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team-workflow/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.claude-plugin/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└── plugin.json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skills/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├── code-review/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│   ├── SKILL.md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│   └── checklist.md        ← 團隊審查清單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├── run-tests/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│   └── SKILL.md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├── deploy-staging/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│   └── SKILL.md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└── generate-changelog/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    ├── SKILL.md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    └── scripts/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        └── changelog.py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hooks/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└── hooks.json              ← 編輯後自動跑 lint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agents/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└── code-reviewer.md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└── README.md                   ← 團隊使用說明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💡 設計重點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9202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一個 plugin 集中多個相關 skill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hooks 補強 skills（自動化）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agents 處理複雜任務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文件清楚說明使用方式</a:t>
            </a:r>
          </a:p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• 透過 marketplace 給團隊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📦  Plugin 是 skill + agents + hooks + MCP 的組合體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下一步行動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把所學變成實戰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練習題：5 個實作挑戰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由淺入深，鞏固所學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37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來源：練習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109728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🟢 入門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建立 summarize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574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用 !`git diff HEAD` 摘要變更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6459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75A1A"/>
                </a:solidFill>
                <a:latin typeface="Calibri"/>
              </a:rPr>
              <a:t>⏱ 10 分鐘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109728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🟢 入門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建立 deploy 任務型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71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用 disable-model-invocation + context: fork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5603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5603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75A1A"/>
                </a:solidFill>
                <a:latin typeface="Calibri"/>
              </a:rPr>
              <a:t>⏱ 15 分鐘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1097280" cy="7772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747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🟡 中等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520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Skill 帶具名引數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用 arguments 欄位與 $name 替換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4747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75A1A"/>
                </a:solidFill>
                <a:latin typeface="Calibri"/>
              </a:rPr>
              <a:t>⏱ 20 分鐘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89120"/>
            <a:ext cx="1097280" cy="7772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3891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🟡 中等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4348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Skill 加上 allowed-tools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4800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讓 git 命令免批准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3891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43891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75A1A"/>
                </a:solidFill>
                <a:latin typeface="Calibri"/>
              </a:rPr>
              <a:t>⏱ 20 分鐘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109728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3035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🔴 進階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349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建立完整 plugin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5715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包含 3 個 skills + 1 個 hook + 1 個 agent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53035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3035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75A1A"/>
                </a:solidFill>
                <a:latin typeface="Calibri"/>
              </a:rPr>
              <a:t>⏱ 1 小時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🎓  完成 5 題後，你已經具備建立任何複雜度的 skill 的能力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重點回顧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重點整理與下一步行動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來源：04-skills.md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📌 關鍵要點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Skill = SKILL.md 檔案 + 可選支援檔案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兩種角色：參考型（知識）vs 任務型（動作）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description 是最重要欄位，決定自動觸發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disable-model-invocation + user-invocable 控制誰能叫用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動態注入：!`command` 預處理、$ARGUMENTS 替換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支援 files：reference.md、examples.md、scripts/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評估用 skill-creator 量化效果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🚀 下一步行動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🎯 立即：建立你的第一個 skill（10 分鐘）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📚 進階：嘗試所有 Frontmatter 欄位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🛠 整合：把 skills 包成 plugin 分享給團隊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🚀 評估：用 skill-creator 測試你的 skill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Skills 是 Plugin 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把它包進 plugin，分享給世界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 § 總結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💎 你學到了 Claude Code 最強的擴展機制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2C2C"/>
                </a:solidFill>
                <a:latin typeface="Calibri"/>
              </a:rPr>
              <a:t>Skills 涵蓋所有擴展類型：知識、動作、自動化、視覺化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下一步：把這些 skills 包進 plugin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4572000" cy="2286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多個獨立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📚 summarize-changes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📚 code-review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📚 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📚 run-tests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2336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📚 changelog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45720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75A1A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3474720"/>
            <a:ext cx="548640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095" y="3566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75A1A"/>
                </a:solidFill>
                <a:latin typeface="Calibri"/>
              </a:rPr>
              <a:t>📦 Plugin（打包）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0975" y="4023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✓ 所有 skills 命名空間化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0975" y="4023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✓ + agents、hooks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0975" y="4023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✓ + MCP servers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0975" y="4023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✓ + Marketplace 分發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4023361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✓ 版本管理 + 自動更新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💡  Plugin 是 skills 的載體；先寫好 skills，再考慮 plugin 化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C75A1A"/>
                </a:solidFill>
                <a:latin typeface="Calibri"/>
              </a:rPr>
              <a:t>Skills 大師之路 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C2C2C"/>
                </a:solidFill>
                <a:latin typeface="Calibri"/>
              </a:rPr>
              <a:t>從第一個 skill 開始，逐步建立你的技能庫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4572000"/>
            <a:ext cx="1828800" cy="73152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下一份簡報：06-hooks.pptx（Hooks 自動化指南）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Claude Code Plugin 完整學習系列 · #04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