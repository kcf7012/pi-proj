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75A1A"/>
                </a:solidFill>
                <a:latin typeface="Calibri"/>
              </a:rPr>
              <a:t>探索並安裝 Plugin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2C2C2C"/>
                </a:solidFill>
                <a:latin typeface="Calibri"/>
              </a:rPr>
              <a:t>一般使用者指南：如何找到、安裝、管理好用工具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B6B6B"/>
                </a:solidFill>
                <a:latin typeface="Calibri"/>
              </a:rPr>
              <a:t>#07 · Plugin 探索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990" y="5120640"/>
            <a:ext cx="1828800" cy="73152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本章你會學到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從找 plugin 到用 plugin 的完整路徑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來源：07-discover-plugins.md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00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00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Plugin 與 Marketplace 概念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理解「商店 vs 商品」的關係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48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848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🏛️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官方 Anthropic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最權威、安全的 plugin 來源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896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896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六類實用 Plugin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程式碼智慧、安全審查、開發流程…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800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00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🎛️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88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/plugin 互動介面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88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4 個標籤頁的完整操作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848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848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36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CLI 安裝與管理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136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指令列路線 + 4 種安裝範圍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896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896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84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更新與重載機制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84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/reload-plugins 與自動更新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Plugin 與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先搞懂「商店 vs 商品」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 與 Marketplace 的關係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一句話：Marketplace 是商店，Plugin 是商品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基本概念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🛒 Marketplace（市集）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別人建立和分享的 plugin 目錄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像「應用程式商店」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用 `/plugin marketplace add` 新增來源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可加多個（官方、社群、本機…）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通常託管在 GitHub / GitLab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更新一次，所有使用者都收到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🧩 Plugin（套件）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實際擴充 Claude 功能的元件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用 skills / agents / hooks / MCP 組成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用 `/plugin install` 安裝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從 marketplace 中挑選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安裝後 Claude Code 自動載入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可用 `/plugin disable` 暫時關閉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3093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💡  工作流程：新增 marketplace（加商店）→ 從中安裝 plugin（買商品）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官方 Anthropic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claude-plugins-official：啟動時自動可用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官方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✅ 由 Anthropic 策劃，分類清楚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啟動 Claude Code 時自動可用，無需手動新增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執行 `/plugin` → 切到 **Discover** 標籤瀏覽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命令列安裝：`/plugin install github@claude-plugins-official`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若沒看到，執行 `/plugin marketplace update claude-plugins-official`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📂 主要分類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287" y="4114800"/>
            <a:ext cx="2103120" cy="16459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287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2C2C"/>
                </a:solidFill>
                <a:latin typeface="Calibri"/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727" y="4800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程式碼智慧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727" y="5166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LSP plugin（pyright、ts、rust…）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8287" y="4114800"/>
            <a:ext cx="2103120" cy="16459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8287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2C2C"/>
                </a:solidFill>
                <a:latin typeface="Calibri"/>
              </a:rPr>
              <a:t>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9727" y="4800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外部整合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9727" y="5166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MCP 預設配置（github、jira、figma…）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4287" y="4114800"/>
            <a:ext cx="2103120" cy="16459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4287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2C2C"/>
                </a:solidFill>
                <a:latin typeface="Calibri"/>
              </a:rP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5727" y="4800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安全審查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5727" y="5166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security-guidance：每變更自動掃漏洞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30287" y="4114800"/>
            <a:ext cx="2103120" cy="16459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0287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2C2C"/>
                </a:solidFill>
                <a:latin typeface="Calibri"/>
              </a:rPr>
              <a:t>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1727" y="4800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開發流程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1727" y="5166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commit-commands、pr-review-toolkit…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16287" y="4114800"/>
            <a:ext cx="2103120" cy="16459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6287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2C2C"/>
                </a:solidFill>
                <a:latin typeface="Calibri"/>
              </a:rPr>
              <a:t>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7727" y="4800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輸出樣式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7727" y="5166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explanatory / learning style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六類實用 Plugin 速覽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從語言伺服器到安全審查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程式碼智慧 Plugin（LSP）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讓 Claude 即時看到型別錯誤、跳轉定義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程式碼智慧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🔍 兩大能力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**自動診斷**：每次編輯後，語言伺服器回報錯誤和警告，Claude 同一輪修正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**程式碼導航**：跳轉定義、找參考、懸停型別、列符號、追蹤呼叫層次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🌐 各語言 Plugin 對照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566160"/>
          <a:ext cx="11277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語言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Plugin 名稱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需要的二進位檔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pyright-lsp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pyright-langserver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TypeScript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typescript-lsp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typescript-language-server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rust-analyzer-lsp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rust-analyzer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gopls-lsp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gopls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jdtls-lsp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jdtls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C/C++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clangd-lsp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clangd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C#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csharp-lsp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csharp-ls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⚠️ 必須先安裝語言伺服器二進位檔！Plugin 只是配置連接，不包含伺服器本體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外部整合 Plugin（MCP 預設配置）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連接外部服務，無需手動設定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外部整合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捆綁預先配置的 MCP servers，**一鍵安裝就能用**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無需手動編輯 `.mcp.json` 設定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Plugin 啟用時 MCP server 自動啟動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🔌 整合對照表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01752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31074"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類別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Plugin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3107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**原始碼控制**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`github`、`gitlab`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**專案管理**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`atlassian`（Jira/Confluence）、`asana`、`linear`、`notion`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3107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**設計**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`figma`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**基礎設施**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`vercel`、`firebase`、`supabase`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3107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**通訊**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`slack`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**監控**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`sentry`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其他四類實用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安全、開發流程、輸出樣式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安全/開發/輸出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21945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2C2C"/>
                </a:solidFill>
                <a:latin typeface="Calibri"/>
              </a:rPr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  <a:latin typeface="Calibri"/>
              </a:rPr>
              <a:t>自動安全審查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security-guidance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審查 Claude 每項變更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檢查常見漏洞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發現問題**同工作階段**修復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554480"/>
            <a:ext cx="5577840" cy="21945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2C2C"/>
                </a:solidFill>
                <a:latin typeface="Calibri"/>
              </a:rPr>
              <a:t>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1783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  <a:latin typeface="Calibri"/>
              </a:rPr>
              <a:t>開發工作流程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423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commit-commands / pr-review-toolkit / plugin-dev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7889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Git 提交、PR 建立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PR 審查專用 agents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Plugin 開發工具組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5577840" cy="21945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2C2C"/>
                </a:solidFill>
                <a:latin typeface="Calibri"/>
              </a:rP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605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  <a:latin typeface="Calibri"/>
              </a:rPr>
              <a:t>輸出樣式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explanatory / learning 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663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對實作選擇提供教育性見解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用於 skill 建立的互動學習模式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3931920"/>
            <a:ext cx="5577840" cy="21945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4114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2C2C"/>
                </a:solidFill>
                <a:latin typeface="Calibri"/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41605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  <a:latin typeface="Calibri"/>
              </a:rPr>
              <a:t>社群 Marketplace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800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anthropics/claude-plugins-community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51663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通過 Anthropic 自動驗證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安全篩選的第三方 plugin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固定到 commit SHA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使用 /plugin 介面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互動式管理 plugin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/plugin 介面：4 個標籤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用 Tab（或 Shift+Tab）切換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使用 /plugin 介面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847" y="1828800"/>
            <a:ext cx="2651760" cy="32004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847" y="2103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C2C2C"/>
                </a:solidFill>
                <a:latin typeface="Calibri"/>
              </a:rPr>
              <a:t>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287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2C2C"/>
                </a:solidFill>
                <a:latin typeface="Calibri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287" y="3474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75A1A"/>
                </a:solidFill>
                <a:latin typeface="Calibri"/>
              </a:rPr>
              <a:t>瀏覽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" y="3931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從所有 marketplaces 瀏覽可用 plugin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6927" y="1828800"/>
            <a:ext cx="2651760" cy="32004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6927" y="2103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C2C2C"/>
                </a:solidFill>
                <a:latin typeface="Calibri"/>
              </a:rP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8367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2C2C"/>
                </a:solidFill>
                <a:latin typeface="Calibri"/>
              </a:rPr>
              <a:t>Installed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8367" y="3474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75A1A"/>
                </a:solidFill>
                <a:latin typeface="Calibri"/>
              </a:rPr>
              <a:t>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9807" y="3931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檢視與管理已安裝的 plugin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828800"/>
            <a:ext cx="2651760" cy="32004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3007" y="2103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C2C2C"/>
                </a:solidFill>
                <a:latin typeface="Calibri"/>
              </a:rPr>
              <a:t>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2C2C"/>
                </a:solidFill>
                <a:latin typeface="Calibri"/>
              </a:rPr>
              <a:t>Marketplaces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474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75A1A"/>
                </a:solidFill>
                <a:latin typeface="Calibri"/>
              </a:rPr>
              <a:t>來源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3931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新增、移除或更新已新增的 marketplace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9087" y="1828800"/>
            <a:ext cx="2651760" cy="32004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9087" y="2103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C2C2C"/>
                </a:solidFill>
                <a:latin typeface="Calibri"/>
              </a:rP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0527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2C2C"/>
                </a:solidFill>
                <a:latin typeface="Calibri"/>
              </a:rPr>
              <a:t>Errors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0527" y="3474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75A1A"/>
                </a:solidFill>
                <a:latin typeface="Calibri"/>
              </a:rPr>
              <a:t>排錯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1967" y="3931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檢視 plugin 載入錯誤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94960"/>
            <a:ext cx="11277295" cy="4572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 選擇 plugin 後的詳細資訊窗格：Context cost（v2.1.143+）、Last updated（v2.1.144+）、Will install（v2.1.145+）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新增 Marketplace 來源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從 6 種來源中挑選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新增 Marketplace：6 種來源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使用 `/plugin marketplace add &lt;source&gt;`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新增 Marketplace 來源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來源類型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範例指令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**GitHub 簡寫**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`/plugin marketplace add anthropics/claude-code`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**Git URL（HTTPS）**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`/plugin marketplace add https://gitlab.com/company/plugins.git`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**Git URL（SSH）**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`/plugin marketplace add git@gitlab.com:company/plugins.git`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**本機路徑**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`/plugin marketplace add ./my-marketplace`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**本機 JSON 檔案**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`/plugin marketplace add ./path/to/marketplace.json`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**遠端 URL**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`/plugin marketplace add https://example.com/marketplace.json`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846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⚠️ 注意事項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GitHub 簡寫用 `owner/repo` 格式（v2.1.196+ 起拒絕無 `https://` 前綴的 URL）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加 `.git` 後綴讓 Claude Code 複製整個 repo（而非當作 marketplace.json 直接連結）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加 `#ref` 固定分支或標籤：`add https://.../repo.git#v1.0.0`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URL-based vs Git-based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直接指向 marketplace.json 有個限制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URL vs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🌐 URL-based（直接指向 JSON）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只下載 `marketplace.json` 本身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Plugin 項目用相對路徑（`./plugins/x`）會**找不到檔案**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⚠️ 不適合內含本機 plugin 的 marketplace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優點：簡單、快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📦 Git-based（推薦）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Clone 整個 repo 到本機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Plugin 項目相對路徑可正常解析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可加 `#ref` 固定版本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缺點：repo 要先存在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3093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💡  解決方案：改用 GitHub / npm / git URL 來源，或用 git-based marketplace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安裝與管理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4 種範圍 + 6 個指令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安裝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 Discover 或命令列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安裝 Plugin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🎯 語法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/plugin install &lt;plugin-name&gt;@&lt;marketplace-name&gt;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🖱️ 從 Discover 標籤（互動）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執行 `/plugin` → 切到 **Discover** 標籤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在 plugin 上按 **Enter** → 選擇範圍 → 安裝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💻 從命令列（腳本友好）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34840"/>
            <a:ext cx="10972800" cy="1005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10972800" cy="10058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/plugin install commit-commands@claude-code-plugins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# 或 CLI（預設 user 範圍）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claude plugin install formatter@your-org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5778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 安裝時會打開 plugin 詳細資訊窗格，讓你預覽 components 後選擇安裝範圍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4 種安裝範圍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決定 plugin 給誰用、存到哪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安裝範圍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4864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範圍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設定檔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使用案例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**user**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`~/.claude/settings.json`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個人 plugin，所有專案可用（**預設**）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**project**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.claude/settings.json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團隊共享，透過版本控制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**local**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.claude/settings.local.json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專案特定，不共享（gitignored）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**managed**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受管設定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管理員部署，**唯讀**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💡 解除安裝時的範圍處理（v2.1.203+）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解除 `.claude/settings.json` 啟用的 plugin 時會問：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- 只為自己停用（寫到 `.claude/settings.local.json`）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- 為所有人解除安裝（從 `.claude/settings.json` 移除）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**managed** 範圍的 plugin 你無法修改（管理員控制）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管理已安裝的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互動介面 + CLI 指令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管理已安裝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🎛️ 互動式介面（Installed 標籤）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按 `f` 加入/取消最愛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輸入文字篩選（按名稱或描述）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排序：載入錯誤 → 未解決依賴 → 最愛 → 停用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v2.1.187+：**Not used recently** 自動列出 2 週未用 plugin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💻 CLI 指令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57600"/>
            <a:ext cx="10972800" cy="2651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972800" cy="26517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列出已安裝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/plugin list                          # 全部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/plugin list --enabled                # 只列啟用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/plugin list --disabled               # 只列停用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停用（不移除）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/plugin disable &lt;plugin&gt;@&lt;marketplace&gt;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重新啟用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/plugin enable &lt;plugin&gt;@&lt;marketplace&gt;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完全移除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/plugin uninstall &lt;plugin&gt;@&lt;marketplace&gt;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不重新啟動就套用變更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/reload-plugins：工作階段中重載所有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/reload-plugins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2000">
                <a:solidFill>
                  <a:srgbClr val="E6E6E6"/>
                </a:solidFill>
                <a:latin typeface="Consolas"/>
              </a:rPr>
              <a:t>/reload-plugins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  <a:latin typeface="Calibri"/>
              </a:rPr>
              <a:t>📋 會重新載入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所有 plugin、skills、agents、hooks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Plugin MCP servers 與 LSP servers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顯示各類元件的計數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⚠️ Token 成本與快取失效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下個請求會產生 token 成本（新元件會宣告自己）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提供 MCP servers 的 plugin 若其工具未被 tool search 延遲 → 快取失效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快取失效時 `/reload-plugins` 顯示警告且**不套用**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傳 `--force` 強制套用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自動更新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工作階段後背景更新，不打斷進行中的工作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自動更新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⚙️ 啟用後的行為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工作階段開始後檢查更新，隨機延遲最多 **10 分鐘**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執行中的工作階段仍使用啟動時載入的版本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若任何 plugin 已更新 → 提示執行 `/reload-plugins` 或下次啟動時載入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🎛️ 預設行為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官方 Anthropic marketplace：**預設啟用**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第三方與本機開發 marketplace：**預設停用**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🛠️ 環境變數控制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完全停用所有自動更新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export DISABLE_AUTOUPDATER=1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Claude Code 不自動更新，但 plugin 仍自動更新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export DISABLE_AUTOUPDATER=1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export FORCE_AUTOUPDATE_PLUGINS=1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團隊配置與安全性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pre-config + 安全注意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 § 團隊/安全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👥 為團隊預先配置 marketplace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097280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972800" cy="25603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// .claude/settings.json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"extraKnownMarketplaces":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"my-team-tools":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"source":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"source": "github",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"repo": "your-org/claude-plugins"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"enabledPlugins":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"code-formatter@my-team-tools": true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🛡️ 安全性提醒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**Plugin 和 marketplace 是高度受信任元件**（用你的權限執行任意程式碼）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僅從你信任的來源安裝；檢查每個 plugin 的首頁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組織可用 `strictKnownMarketplaces` 限制使用者能新增的 marketplace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注意 plugin 內含的 MCP servers / 外部軟體（Anthropic 無法控制）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重點回顧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重點整理與下一步行動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來源：07-discover-plugins.md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📌 關鍵要點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**Marketplace = 商店**，**Plugin = 商品**：先加商店再買商品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官方 Anthropic marketplace 啟動時自動可用，分 5 大類：智慧、整合、安全、開發、輸出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`/plugin` 介面有 4 個標籤：Discover、Installed、Marketplaces、Errors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4 種安裝範圍：user / project / local / managed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執行 `/reload-plugins` 不重啟就套用新安裝的 plugin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🚀 下一步行動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執行 `/plugin` → 切到 Discover 標籤，先裝 `commit-commands`（實用、低風險）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重啟 Claude Code（或執行 `/reload-plugins`）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試用 skill，例如 `/commit-commands:commit`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接著閱讀 `02-plugins.md` 學習如何從零建立自己的 plugin！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